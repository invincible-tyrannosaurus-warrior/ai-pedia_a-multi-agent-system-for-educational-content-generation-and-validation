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GANs: Generative Adversarial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GAN?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A Generative Adversarial Network (GAN) consists of two neural networks, a Generator and a Discriminator, that work against each other in a zero-sum game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 a 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Generator creates data similar to real data, while the Discriminator evaluates data as real or fake.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They Compete?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Generator is rewarded for fooling the Discriminator, and the Discriminator is rewarded for correctly identifying fake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Wins the Game?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outcome ideally is a stalemate where both networks are perfectly balanced, making it difficult for the Discriminator to distinguish real from fake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Image generation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Video game development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Text-to-image models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Music composition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with GANs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Training instability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Mode collapse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Resource intensity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GANs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As GAN technology improves, we foresee enhanced capabilities in creating hyper-realistic media, bridging the gap between synthetic and real-world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
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23" y="1480193"/>
            <a:ext cx="5441574" cy="4920607"/>
          </a:xfrm>
        </p:spPr>
        <p:txBody>
          <a:bodyPr/>
          <a:lstStyle/>
          <a:p>
            <a:pPr>
              <a:lnSpc>
                <a:spcPct val="100000"/>
              </a:lnSpc>
            </a:pPr>
            <a:br>
              <a:rPr lang="en-US" sz="3000" i="1" dirty="0"/>
            </a:br>
            <a:br>
              <a:rPr lang="en-US" sz="3000" i="1" dirty="0"/>
            </a:br>
            <a:r>
              <a:rPr lang="en-US" sz="3000" i="1" dirty="0"/>
              <a:t>Main Topic</a:t>
            </a:r>
            <a:br>
              <a:rPr lang="en-US" sz="3000" i="1" dirty="0"/>
            </a:br>
            <a:br>
              <a:rPr lang="en-US" sz="3000" i="1" dirty="0"/>
            </a:br>
            <a:br>
              <a:rPr lang="en-US" sz="3000" i="1" dirty="0"/>
            </a:br>
            <a:br>
              <a:rPr lang="en-US" sz="3700" i="1" dirty="0"/>
            </a:br>
            <a:r>
              <a:rPr lang="en-US" sz="3200" i="1" dirty="0">
                <a:solidFill>
                  <a:schemeClr val="tx2">
                    <a:lumMod val="75000"/>
                  </a:schemeClr>
                </a:solidFill>
              </a:rPr>
              <a:t>subtopic </a:t>
            </a: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endParaRPr 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775193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D17E-6770-9C84-AAD0-80CEE29C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737" y="680875"/>
            <a:ext cx="10536517" cy="1143000"/>
          </a:xfrm>
        </p:spPr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641B3-350B-99C1-24A9-BBB456204C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705151" cy="38862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Content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Content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Content </a:t>
            </a:r>
          </a:p>
          <a:p>
            <a:pPr lvl="1" indent="0">
              <a:buNone/>
            </a:pPr>
            <a:endParaRPr lang="en-GB" dirty="0"/>
          </a:p>
          <a:p>
            <a:pPr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62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C311E-92C0-05C6-D7EA-56755890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721989"/>
            <a:ext cx="10536517" cy="616867"/>
          </a:xfrm>
        </p:spPr>
        <p:txBody>
          <a:bodyPr/>
          <a:lstStyle/>
          <a:p>
            <a:r>
              <a:rPr lang="en-GB" dirty="0"/>
              <a:t>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1DA86-0876-CD0E-D69B-7E47D4920B6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805735" cy="3886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 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76DD1F-0465-BBD7-C499-FF5011ADAAD6}"/>
              </a:ext>
            </a:extLst>
          </p:cNvPr>
          <p:cNvSpPr/>
          <p:nvPr/>
        </p:nvSpPr>
        <p:spPr>
          <a:xfrm>
            <a:off x="7138220" y="3676778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dirty="0"/>
              <a:t>o</a:t>
            </a:r>
            <a:r>
              <a:rPr lang="en-US" altLang="zh-CN" dirty="0" err="1"/>
              <a:t>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59E842-A388-5AE1-3995-794E84CE5B41}"/>
              </a:ext>
            </a:extLst>
          </p:cNvPr>
          <p:cNvSpPr/>
          <p:nvPr/>
        </p:nvSpPr>
        <p:spPr>
          <a:xfrm>
            <a:off x="7138220" y="721989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</p:spTree>
    <p:extLst>
      <p:ext uri="{BB962C8B-B14F-4D97-AF65-F5344CB8AC3E}">
        <p14:creationId xmlns:p14="http://schemas.microsoft.com/office/powerpoint/2010/main" val="118913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C8BF0-D721-E60E-AAAC-BEA0424C2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6B14-89C5-2776-C3A4-DAC848B3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721989"/>
            <a:ext cx="10536517" cy="616867"/>
          </a:xfrm>
        </p:spPr>
        <p:txBody>
          <a:bodyPr/>
          <a:lstStyle/>
          <a:p>
            <a:r>
              <a:rPr lang="en-GB" dirty="0"/>
              <a:t>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21B6-D6EC-4940-6AFD-01C82D06CB8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805735" cy="3886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CD0BA-D5DD-2782-479A-AFF233943EEB}"/>
              </a:ext>
            </a:extLst>
          </p:cNvPr>
          <p:cNvSpPr/>
          <p:nvPr/>
        </p:nvSpPr>
        <p:spPr>
          <a:xfrm>
            <a:off x="7138220" y="3676778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dirty="0"/>
              <a:t>o</a:t>
            </a:r>
            <a:r>
              <a:rPr lang="en-US" altLang="zh-CN" dirty="0" err="1"/>
              <a:t>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451844-1192-E666-30AA-4690FB8B2589}"/>
              </a:ext>
            </a:extLst>
          </p:cNvPr>
          <p:cNvSpPr/>
          <p:nvPr/>
        </p:nvSpPr>
        <p:spPr>
          <a:xfrm>
            <a:off x="7138220" y="721989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</p:spTree>
    <p:extLst>
      <p:ext uri="{BB962C8B-B14F-4D97-AF65-F5344CB8AC3E}">
        <p14:creationId xmlns:p14="http://schemas.microsoft.com/office/powerpoint/2010/main" val="1275106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95C99-2CBA-4337-1CE4-D4D3C36BD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CCE3-B4F6-6F9E-DC74-525DBB6B3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721989"/>
            <a:ext cx="10536517" cy="616867"/>
          </a:xfrm>
        </p:spPr>
        <p:txBody>
          <a:bodyPr/>
          <a:lstStyle/>
          <a:p>
            <a:r>
              <a:rPr lang="en-GB" dirty="0"/>
              <a:t>Part 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7D225-6ABF-5D91-7A21-0919137A6B1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805735" cy="3886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 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4C93BA-1CDC-E5C5-03B5-4CC621FE0E17}"/>
              </a:ext>
            </a:extLst>
          </p:cNvPr>
          <p:cNvSpPr/>
          <p:nvPr/>
        </p:nvSpPr>
        <p:spPr>
          <a:xfrm>
            <a:off x="7138220" y="3676778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dirty="0"/>
              <a:t>o</a:t>
            </a:r>
            <a:r>
              <a:rPr lang="en-US" altLang="zh-CN" dirty="0" err="1"/>
              <a:t>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272B2-EF28-277F-DD67-DC1D82D298DA}"/>
              </a:ext>
            </a:extLst>
          </p:cNvPr>
          <p:cNvSpPr/>
          <p:nvPr/>
        </p:nvSpPr>
        <p:spPr>
          <a:xfrm>
            <a:off x="7138220" y="721989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</p:spTree>
    <p:extLst>
      <p:ext uri="{BB962C8B-B14F-4D97-AF65-F5344CB8AC3E}">
        <p14:creationId xmlns:p14="http://schemas.microsoft.com/office/powerpoint/2010/main" val="2336117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44BA-7E7D-F1E4-2F67-08AA0159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409308"/>
            <a:ext cx="10536517" cy="1143000"/>
          </a:xfrm>
        </p:spPr>
        <p:txBody>
          <a:bodyPr/>
          <a:lstStyle/>
          <a:p>
            <a:r>
              <a:rPr lang="en-GB" dirty="0"/>
              <a:t>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3EBE0-1DF0-F669-C78D-AC4094378FD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Simple extension question 1</a:t>
            </a:r>
          </a:p>
          <a:p>
            <a:r>
              <a:rPr lang="en-GB" dirty="0"/>
              <a:t>Simple extension question 2</a:t>
            </a:r>
          </a:p>
          <a:p>
            <a:r>
              <a:rPr lang="en-GB" dirty="0"/>
              <a:t>Simple extension question 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6845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
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"Machine learning is the design and study of software artifacts that use past experience to inform future decisions."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Writing sports articles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Autonomous vehicles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Personalized marketing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Concepts: Learning from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Machine learning aims to generalize from past data to make predictions or decisions without being explicitly programmed to perform tasks.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vs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**Supervised Learning**: Involves labeled data.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**Unsupervised Learning**: Works with unlabeled data.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Decision Trees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Neural Networks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Support Vector Machines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Data Quality and Quantity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Overfitting and Underfitting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Interpretability of Models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Machine learning continues to transform industries by making more data-driven decisions possible. The journey from learning to application involves understanding key concepts, leveraging the right algorithms, and addressing real-world data challenges.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
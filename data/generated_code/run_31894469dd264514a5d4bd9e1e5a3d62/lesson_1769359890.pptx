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Convolutional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C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v</a:t>
            </a:r>
          </a:p>
          <a:p>
            <a:r>
              <a:t>o</a:t>
            </a:r>
          </a:p>
          <a:p>
            <a:r>
              <a:t>l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u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t</a:t>
            </a:r>
          </a:p>
          <a:p>
            <a:r>
              <a:t>w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k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(</a:t>
            </a:r>
          </a:p>
          <a:p>
            <a:r>
              <a:t>C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)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f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e</a:t>
            </a:r>
          </a:p>
          <a:p>
            <a:r>
              <a:t>p</a:t>
            </a:r>
          </a:p>
          <a:p>
            <a:r>
              <a:t> 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u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t</a:t>
            </a:r>
          </a:p>
          <a:p>
            <a:r>
              <a:t>w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k</a:t>
            </a:r>
          </a:p>
          <a:p>
            <a:r>
              <a:t>s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o</a:t>
            </a:r>
          </a:p>
          <a:p>
            <a:r>
              <a:t>s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m</a:t>
            </a:r>
          </a:p>
          <a:p>
            <a:r>
              <a:t>m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p</a:t>
            </a:r>
          </a:p>
          <a:p>
            <a:r>
              <a:t>p</a:t>
            </a:r>
          </a:p>
          <a:p>
            <a:r>
              <a:t>l</a:t>
            </a:r>
          </a:p>
          <a:p>
            <a:r>
              <a:t>i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o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z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 </a:t>
            </a:r>
          </a:p>
          <a:p>
            <a:r>
              <a:t>v</a:t>
            </a:r>
          </a:p>
          <a:p>
            <a:r>
              <a:t>i</a:t>
            </a:r>
          </a:p>
          <a:p>
            <a:r>
              <a:t>s</a:t>
            </a:r>
          </a:p>
          <a:p>
            <a:r>
              <a:t>u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y</a:t>
            </a:r>
          </a:p>
          <a:p>
            <a:r>
              <a:t>.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p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i</a:t>
            </a:r>
          </a:p>
          <a:p>
            <a:r>
              <a:t>f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g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o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c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i</a:t>
            </a:r>
          </a:p>
          <a:p>
            <a:r>
              <a:t>x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h</a:t>
            </a:r>
          </a:p>
          <a:p>
            <a:r>
              <a:t>a</a:t>
            </a:r>
          </a:p>
          <a:p>
            <a:r>
              <a:t>v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v</a:t>
            </a:r>
          </a:p>
          <a:p>
            <a:r>
              <a:t>e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h</a:t>
            </a:r>
          </a:p>
          <a:p>
            <a:r>
              <a:t>i</a:t>
            </a:r>
          </a:p>
          <a:p>
            <a:r>
              <a:t>g</a:t>
            </a:r>
          </a:p>
          <a:p>
            <a:r>
              <a:t>h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e</a:t>
            </a:r>
          </a:p>
          <a:p>
            <a:r>
              <a:t>f</a:t>
            </a:r>
          </a:p>
          <a:p>
            <a:r>
              <a:t>f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v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f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k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u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b</a:t>
            </a:r>
          </a:p>
          <a:p>
            <a:r>
              <a:t>j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g</a:t>
            </a:r>
          </a:p>
          <a:p>
            <a:r>
              <a:t>n</a:t>
            </a:r>
          </a:p>
          <a:p>
            <a:r>
              <a:t>i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e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e</a:t>
            </a:r>
          </a:p>
          <a:p>
            <a:r>
              <a:t>g</a:t>
            </a:r>
          </a:p>
          <a:p>
            <a:r>
              <a:t>m</a:t>
            </a:r>
          </a:p>
          <a:p>
            <a:r>
              <a:t>e</a:t>
            </a:r>
          </a:p>
          <a:p>
            <a:r>
              <a:t>n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C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u</a:t>
            </a:r>
          </a:p>
          <a:p>
            <a:r>
              <a:t>p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f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u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v</a:t>
            </a:r>
          </a:p>
          <a:p>
            <a:r>
              <a:t>o</a:t>
            </a:r>
          </a:p>
          <a:p>
            <a:r>
              <a:t>l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s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o</a:t>
            </a:r>
          </a:p>
          <a:p>
            <a:r>
              <a:t>o</a:t>
            </a:r>
          </a:p>
          <a:p>
            <a:r>
              <a:t>l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s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f</a:t>
            </a:r>
          </a:p>
          <a:p>
            <a:r>
              <a:t>u</a:t>
            </a:r>
          </a:p>
          <a:p>
            <a:r>
              <a:t>l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t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s</a:t>
            </a:r>
          </a:p>
          <a:p>
            <a:r>
              <a:t>.</a:t>
            </a:r>
          </a:p>
          <a:p>
            <a:r>
              <a:t> </a:t>
            </a:r>
          </a:p>
          <a:p>
            <a:r>
              <a:t>E</a:t>
            </a:r>
          </a:p>
          <a:p>
            <a:r>
              <a:t>a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y</a:t>
            </a:r>
          </a:p>
          <a:p>
            <a:r>
              <a:t>p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f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p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i</a:t>
            </a:r>
          </a:p>
          <a:p>
            <a:r>
              <a:t>f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 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l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c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f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m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p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v</a:t>
            </a:r>
          </a:p>
          <a:p>
            <a:r>
              <a:t>o</a:t>
            </a:r>
          </a:p>
          <a:p>
            <a:r>
              <a:t>l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p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v</a:t>
            </a:r>
          </a:p>
          <a:p>
            <a:r>
              <a:t>o</a:t>
            </a:r>
          </a:p>
          <a:p>
            <a:r>
              <a:t>l</a:t>
            </a:r>
          </a:p>
          <a:p>
            <a:r>
              <a:t>v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p</a:t>
            </a:r>
          </a:p>
          <a:p>
            <a:r>
              <a:t>p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f</a:t>
            </a:r>
          </a:p>
          <a:p>
            <a:r>
              <a:t>i</a:t>
            </a:r>
          </a:p>
          <a:p>
            <a:r>
              <a:t>l</a:t>
            </a:r>
          </a:p>
          <a:p>
            <a:r>
              <a:t>t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(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k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)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o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p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o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d</a:t>
            </a:r>
          </a:p>
          <a:p>
            <a:r>
              <a:t>u</a:t>
            </a:r>
          </a:p>
          <a:p>
            <a:r>
              <a:t>c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f</a:t>
            </a:r>
          </a:p>
          <a:p>
            <a:r>
              <a:t>e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u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p</a:t>
            </a:r>
          </a:p>
          <a:p>
            <a:r>
              <a:t>.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i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p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p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t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p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h</a:t>
            </a:r>
          </a:p>
          <a:p>
            <a:r>
              <a:t>i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i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C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e</a:t>
            </a:r>
          </a:p>
          <a:p>
            <a:r>
              <a:t>v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u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b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v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u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f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c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e</a:t>
            </a:r>
          </a:p>
          <a:p>
            <a:r>
              <a:t>t</a:t>
            </a:r>
          </a:p>
          <a:p>
            <a:r>
              <a:t>r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u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c</a:t>
            </a:r>
          </a:p>
          <a:p>
            <a:r>
              <a:t>c</a:t>
            </a:r>
          </a:p>
          <a:p>
            <a:r>
              <a:t>u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c</a:t>
            </a:r>
          </a:p>
          <a:p>
            <a:r>
              <a:t>y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i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l</a:t>
            </a:r>
          </a:p>
          <a:p>
            <a:r>
              <a:t>.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u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e</a:t>
            </a:r>
          </a:p>
          <a:p>
            <a:r>
              <a:t>t</a:t>
            </a:r>
          </a:p>
          <a:p>
            <a:r>
              <a:t>r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p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o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'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e</a:t>
            </a:r>
          </a:p>
          <a:p>
            <a:r>
              <a:t>f</a:t>
            </a:r>
          </a:p>
          <a:p>
            <a:r>
              <a:t>f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v</a:t>
            </a:r>
          </a:p>
          <a:p>
            <a:r>
              <a:t>e</a:t>
            </a:r>
          </a:p>
          <a:p>
            <a:r>
              <a:t>n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k</a:t>
            </a:r>
          </a:p>
          <a:p>
            <a:r>
              <a:t>s</a:t>
            </a:r>
          </a:p>
          <a:p>
            <a: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C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w</a:t>
            </a:r>
          </a:p>
          <a:p>
            <a:r>
              <a:t>i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u</a:t>
            </a:r>
          </a:p>
          <a:p>
            <a:r>
              <a:t>s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v</a:t>
            </a:r>
          </a:p>
          <a:p>
            <a:r>
              <a:t>i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o</a:t>
            </a:r>
          </a:p>
          <a:p>
            <a:r>
              <a:t> 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g</a:t>
            </a:r>
          </a:p>
          <a:p>
            <a:r>
              <a:t>n</a:t>
            </a:r>
          </a:p>
          <a:p>
            <a:r>
              <a:t>i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o</a:t>
            </a:r>
          </a:p>
          <a:p>
            <a:r>
              <a:t>m</a:t>
            </a:r>
          </a:p>
          <a:p>
            <a:r>
              <a:t>m</a:t>
            </a:r>
          </a:p>
          <a:p>
            <a:r>
              <a:t>e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y</a:t>
            </a:r>
          </a:p>
          <a:p>
            <a:r>
              <a:t>s</a:t>
            </a:r>
          </a:p>
          <a:p>
            <a:r>
              <a:t>t</a:t>
            </a:r>
          </a:p>
          <a:p>
            <a:r>
              <a:t>e</a:t>
            </a:r>
          </a:p>
          <a:p>
            <a:r>
              <a:t>m</a:t>
            </a:r>
          </a:p>
          <a:p>
            <a:r>
              <a:t>s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f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e</a:t>
            </a:r>
          </a:p>
          <a:p>
            <a:r>
              <a:t>d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s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n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u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u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c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g</a:t>
            </a:r>
          </a:p>
          <a:p>
            <a:r>
              <a:t>.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i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b</a:t>
            </a:r>
          </a:p>
          <a:p>
            <a:r>
              <a:t>i</a:t>
            </a:r>
          </a:p>
          <a:p>
            <a:r>
              <a:t>l</a:t>
            </a:r>
          </a:p>
          <a:p>
            <a:r>
              <a:t>i</a:t>
            </a:r>
          </a:p>
          <a:p>
            <a:r>
              <a:t>t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o</a:t>
            </a:r>
          </a:p>
          <a:p>
            <a:r>
              <a:t> </a:t>
            </a:r>
          </a:p>
          <a:p>
            <a:r>
              <a:t>e</a:t>
            </a:r>
          </a:p>
          <a:p>
            <a:r>
              <a:t>f</a:t>
            </a:r>
          </a:p>
          <a:p>
            <a:r>
              <a:t>f</a:t>
            </a:r>
          </a:p>
          <a:p>
            <a:r>
              <a:t>e</a:t>
            </a:r>
          </a:p>
          <a:p>
            <a:r>
              <a:t>c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v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y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a</a:t>
            </a:r>
          </a:p>
          <a:p>
            <a:r>
              <a:t>p</a:t>
            </a:r>
          </a:p>
          <a:p>
            <a:r>
              <a:t>t</a:t>
            </a:r>
          </a:p>
          <a:p>
            <a:r>
              <a:t>u</a:t>
            </a:r>
          </a:p>
          <a:p>
            <a:r>
              <a:t>r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p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h</a:t>
            </a:r>
          </a:p>
          <a:p>
            <a:r>
              <a:t>i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i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d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k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h</a:t>
            </a:r>
          </a:p>
          <a:p>
            <a:r>
              <a:t>e</a:t>
            </a:r>
          </a:p>
          <a:p>
            <a:r>
              <a:t>m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d</a:t>
            </a:r>
          </a:p>
          <a:p>
            <a:r>
              <a:t>e</a:t>
            </a:r>
          </a:p>
          <a:p>
            <a:r>
              <a:t>a</a:t>
            </a:r>
          </a:p>
          <a:p>
            <a:r>
              <a:t>l</a:t>
            </a:r>
          </a:p>
          <a:p>
            <a:r>
              <a:t> </a:t>
            </a:r>
          </a:p>
          <a:p>
            <a:r>
              <a:t>f</a:t>
            </a:r>
          </a:p>
          <a:p>
            <a:r>
              <a:t>o</a:t>
            </a:r>
          </a:p>
          <a:p>
            <a:r>
              <a:t>r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u</a:t>
            </a:r>
          </a:p>
          <a:p>
            <a:r>
              <a:t>c</a:t>
            </a:r>
          </a:p>
          <a:p>
            <a:r>
              <a:t>h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k</a:t>
            </a:r>
          </a:p>
          <a:p>
            <a:r>
              <a:t>s</a:t>
            </a:r>
          </a:p>
          <a:p>
            <a: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I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i</a:t>
            </a:r>
          </a:p>
          <a:p>
            <a:r>
              <a:t>f</a:t>
            </a:r>
          </a:p>
          <a:p>
            <a:r>
              <a:t>i</a:t>
            </a:r>
          </a:p>
          <a:p>
            <a:r>
              <a:t>c</a:t>
            </a:r>
          </a:p>
          <a:p>
            <a:r>
              <a:t>a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n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N</a:t>
            </a:r>
          </a:p>
          <a:p>
            <a:r>
              <a:t>N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t</a:t>
            </a:r>
          </a:p>
          <a:p>
            <a:r>
              <a:t>a</a:t>
            </a:r>
          </a:p>
          <a:p>
            <a:r>
              <a:t>k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m</a:t>
            </a:r>
          </a:p>
          <a:p>
            <a:r>
              <a:t>a</a:t>
            </a:r>
          </a:p>
          <a:p>
            <a:r>
              <a:t>g</a:t>
            </a:r>
          </a:p>
          <a:p>
            <a:r>
              <a:t>e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n</a:t>
            </a:r>
          </a:p>
          <a:p>
            <a:r>
              <a:t>p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c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i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c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v</a:t>
            </a:r>
          </a:p>
          <a:p>
            <a:r>
              <a:t>a</a:t>
            </a:r>
          </a:p>
          <a:p>
            <a:r>
              <a:t>r</a:t>
            </a:r>
          </a:p>
          <a:p>
            <a:r>
              <a:t>i</a:t>
            </a:r>
          </a:p>
          <a:p>
            <a:r>
              <a:t>o</a:t>
            </a:r>
          </a:p>
          <a:p>
            <a:r>
              <a:t>u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y</a:t>
            </a:r>
          </a:p>
          <a:p>
            <a:r>
              <a:t>e</a:t>
            </a:r>
          </a:p>
          <a:p>
            <a:r>
              <a:t>r</a:t>
            </a:r>
          </a:p>
          <a:p>
            <a:r>
              <a:t>s</a:t>
            </a:r>
          </a:p>
          <a:p>
            <a:r>
              <a:t>,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n</a:t>
            </a:r>
          </a:p>
          <a:p>
            <a:r>
              <a:t>d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p</a:t>
            </a:r>
          </a:p>
          <a:p>
            <a:r>
              <a:t>u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a</a:t>
            </a:r>
          </a:p>
          <a:p>
            <a:r>
              <a:t> </a:t>
            </a:r>
          </a:p>
          <a:p>
            <a:r>
              <a:t>s</a:t>
            </a:r>
          </a:p>
          <a:p>
            <a:r>
              <a:t>e</a:t>
            </a:r>
          </a:p>
          <a:p>
            <a:r>
              <a:t>t</a:t>
            </a:r>
          </a:p>
          <a:p>
            <a:r>
              <a:t> </a:t>
            </a:r>
          </a:p>
          <a:p>
            <a:r>
              <a:t>o</a:t>
            </a:r>
          </a:p>
          <a:p>
            <a:r>
              <a:t>f</a:t>
            </a:r>
          </a:p>
          <a:p>
            <a:r>
              <a:t> </a:t>
            </a:r>
          </a:p>
          <a:p>
            <a:r>
              <a:t>c</a:t>
            </a:r>
          </a:p>
          <a:p>
            <a:r>
              <a:t>l</a:t>
            </a:r>
          </a:p>
          <a:p>
            <a:r>
              <a:t>a</a:t>
            </a:r>
          </a:p>
          <a:p>
            <a:r>
              <a:t>s</a:t>
            </a:r>
          </a:p>
          <a:p>
            <a:r>
              <a:t>s</a:t>
            </a:r>
          </a:p>
          <a:p>
            <a:r>
              <a:t> </a:t>
            </a:r>
          </a:p>
          <a:p>
            <a:r>
              <a:t>p</a:t>
            </a:r>
          </a:p>
          <a:p>
            <a:r>
              <a:t>r</a:t>
            </a:r>
          </a:p>
          <a:p>
            <a:r>
              <a:t>o</a:t>
            </a:r>
          </a:p>
          <a:p>
            <a:r>
              <a:t>b</a:t>
            </a:r>
          </a:p>
          <a:p>
            <a:r>
              <a:t>a</a:t>
            </a:r>
          </a:p>
          <a:p>
            <a:r>
              <a:t>b</a:t>
            </a:r>
          </a:p>
          <a:p>
            <a:r>
              <a:t>i</a:t>
            </a:r>
          </a:p>
          <a:p>
            <a:r>
              <a:t>l</a:t>
            </a:r>
          </a:p>
          <a:p>
            <a:r>
              <a:t>i</a:t>
            </a:r>
          </a:p>
          <a:p>
            <a:r>
              <a:t>t</a:t>
            </a:r>
          </a:p>
          <a:p>
            <a:r>
              <a:t>i</a:t>
            </a:r>
          </a:p>
          <a:p>
            <a:r>
              <a:t>e</a:t>
            </a:r>
          </a:p>
          <a:p>
            <a:r>
              <a:t>s</a:t>
            </a:r>
          </a:p>
          <a:p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
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Deep Learning</a:t>
            </a:r>
          </a:p>
        </p:txBody>
      </p:sp>
      <p:sp>
        <p:nvSpPr>
          <p:cNvPr id="3" name="Subtitle 2"/>
          <p:cNvSpPr>
            <a:spLocks noGrp="1"/>
          </p:cNvSpPr>
          <p:nvPr>
            <p:ph type="subTitle" idx="1"/>
          </p:nvPr>
        </p:nvSpPr>
        <p:spPr/>
        <p:txBody>
          <a:bodyPr/>
          <a:lstStyle/>
          <a:p>
            <a:r>
              <a:rPr>
                <a:solidFill>
                  <a:srgbClr val="000000"/>
                </a:solidFill>
              </a:rPr>
              <a:t>An Introduction to Concepts, Applications, and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What is Deep Learning?</a:t>
            </a:r>
          </a:p>
        </p:txBody>
      </p:sp>
      <p:sp>
        <p:nvSpPr>
          <p:cNvPr id="3" name="Content Placeholder 2"/>
          <p:cNvSpPr>
            <a:spLocks noGrp="1"/>
          </p:cNvSpPr>
          <p:nvPr>
            <p:ph idx="11" sz="quarter"/>
          </p:nvPr>
        </p:nvSpPr>
        <p:spPr/>
        <p:txBody>
          <a:bodyPr/>
          <a:lstStyle/>
          <a:p>
            <a:r>
              <a:rPr>
                <a:solidFill>
                  <a:srgbClr val="000000"/>
                </a:solidFill>
              </a:rPr>
              <a:t>Deep learning is a subset of machine learning where artificial neural networks, inspired by the human brain, learn from large amounts of data. It is particularly effective for tasks such as image and speech recognition.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Neural Networks Explained</a:t>
            </a:r>
          </a:p>
        </p:txBody>
      </p:sp>
      <p:sp>
        <p:nvSpPr>
          <p:cNvPr id="3" name="Content Placeholder 2"/>
          <p:cNvSpPr>
            <a:spLocks noGrp="1"/>
          </p:cNvSpPr>
          <p:nvPr>
            <p:ph idx="12" sz="quarter"/>
          </p:nvPr>
        </p:nvSpPr>
        <p:spPr/>
        <p:txBody>
          <a:bodyPr/>
          <a:lstStyle/>
          <a:p>
            <a:r>
              <a:rPr>
                <a:solidFill>
                  <a:srgbClr val="000000"/>
                </a:solidFill>
              </a:rPr>
              <a:t>Neural networks consist of layers of interconnected nodes, or neurons. Each connection has an associated weight, and learning involves adjusting these weights based on the input data.</a:t>
            </a:r>
          </a:p>
        </p:txBody>
      </p:sp>
      <p:pic>
        <p:nvPicPr>
          <p:cNvPr id="4" name="Picture 3" descr="code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Deep Learning</a:t>
            </a:r>
          </a:p>
        </p:txBody>
      </p:sp>
      <p:sp>
        <p:nvSpPr>
          <p:cNvPr id="3" name="Content Placeholder 2"/>
          <p:cNvSpPr>
            <a:spLocks noGrp="1"/>
          </p:cNvSpPr>
          <p:nvPr>
            <p:ph idx="11" sz="quarter"/>
          </p:nvPr>
        </p:nvSpPr>
        <p:spPr/>
        <p:txBody>
          <a:bodyPr/>
          <a:lstStyle/>
          <a:p>
            <a:r>
              <a:rPr>
                <a:solidFill>
                  <a:srgbClr val="000000"/>
                </a:solidFill>
              </a:rPr>
              <a:t>Deep learning is used in various fields such as computer vision, natural language processing, and robotics. It powers technologies like autonomous vehicles, virtual assistants, and recommendation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Convolutional Neural Networks (CNNs)</a:t>
            </a:r>
          </a:p>
        </p:txBody>
      </p:sp>
      <p:sp>
        <p:nvSpPr>
          <p:cNvPr id="3" name="Content Placeholder 2"/>
          <p:cNvSpPr>
            <a:spLocks noGrp="1"/>
          </p:cNvSpPr>
          <p:nvPr>
            <p:ph idx="12" sz="quarter"/>
          </p:nvPr>
        </p:nvSpPr>
        <p:spPr/>
        <p:txBody>
          <a:bodyPr/>
          <a:lstStyle/>
          <a:p>
            <a:r>
              <a:rPr>
                <a:solidFill>
                  <a:srgbClr val="000000"/>
                </a:solidFill>
              </a:rPr>
              <a:t>CNNs are specialized neural networks designed for processing structured grid data like images. They excel in tasks such as image recognition and classification.</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Challenges in Deep Learning</a:t>
            </a:r>
          </a:p>
        </p:txBody>
      </p:sp>
      <p:sp>
        <p:nvSpPr>
          <p:cNvPr id="3" name="Content Placeholder 2"/>
          <p:cNvSpPr>
            <a:spLocks noGrp="1"/>
          </p:cNvSpPr>
          <p:nvPr>
            <p:ph idx="11" sz="quarter"/>
          </p:nvPr>
        </p:nvSpPr>
        <p:spPr/>
        <p:txBody>
          <a:bodyPr/>
          <a:lstStyle/>
          <a:p>
            <a:r>
              <a:rPr>
                <a:solidFill>
                  <a:srgbClr val="000000"/>
                </a:solidFill>
              </a:rPr>
              <a:t>While powerful, deep learning requires large datasets and significant computational resources. It can also be difficult to interpret and explain the decisions made by deep learning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Future of Deep Learning</a:t>
            </a:r>
          </a:p>
        </p:txBody>
      </p:sp>
      <p:sp>
        <p:nvSpPr>
          <p:cNvPr id="3" name="Content Placeholder 2"/>
          <p:cNvSpPr>
            <a:spLocks noGrp="1"/>
          </p:cNvSpPr>
          <p:nvPr>
            <p:ph idx="11" sz="quarter"/>
          </p:nvPr>
        </p:nvSpPr>
        <p:spPr/>
        <p:txBody>
          <a:bodyPr/>
          <a:lstStyle/>
          <a:p>
            <a:r>
              <a:rPr>
                <a:solidFill>
                  <a:srgbClr val="000000"/>
                </a:solidFill>
              </a:rPr>
              <a:t>The future of deep learning is promising, with ongoing research focused on creating more efficient algorithms, improving model interpretability, and reducing resource requirements.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
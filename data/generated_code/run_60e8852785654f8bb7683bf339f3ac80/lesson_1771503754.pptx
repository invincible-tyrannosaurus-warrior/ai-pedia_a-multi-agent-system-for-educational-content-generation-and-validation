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Understanding Sorting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An Educational Guide on Sorting Techniques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Introduction to Sorting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Sorting algorithms are methods used to rearrange a list or array of items into a particular order, such as numerical or lexicographical order. These algorithms are crucial in enhancing the efficiency of other algorithms that require sorted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Bubble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Bubble Sort is a simple comparison-based algorithm. It repeatedly steps through the list, compares adjacent elements and swaps them if they are in the wrong order. It continues this process until the list is sorted.</a:t>
            </a:r>
          </a:p>
        </p:txBody>
      </p:sp>
      <p:pic>
        <p:nvPicPr>
          <p:cNvPr id="4" name="Picture 3" descr="co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Merge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Merge Sort is a divide-and-conquer algorithm that divides the input array into two halves, recursively sorts the two halves, and then merges the sorted halves to produce a single sorted array.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Quick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Quick Sort is another divide-and-conquer algorithm. It selects a 'pivot' element from the array and partitions the other elements into two sub-arrays, according to whether they are less than or greater than the pivot.</a:t>
            </a:r>
          </a:p>
        </p:txBody>
      </p:sp>
      <p:pic>
        <p:nvPicPr>
          <p:cNvPr id="4" name="Picture 3" descr="char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Comparing Sorting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Different sorting algorithms have varying performance in terms of time complexity. For example, Bubble Sort has a time complexity of O(n^2), while Merge Sort and Quick Sort have average time complexities of O(n log 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Sorting algorithms are fundamental in computer science, each with its own strengths and weaknesses. Understanding these algorithms is essential for optimizing data processing tasks.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
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Basics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What makes CNNs special in the world of machine learning?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Designed to process grid-like data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Excels in tasks such as image recognition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CNNs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primarily utilize Convolutional and Pooling layers.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- **Convolutional Layer:** Extracts features using filters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**Pooling Layer:** Reduces dimensionality, retaining important information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 with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Why use CNNs for feature extraction?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Captures spatial hierarchies in images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Reduces need for manual feature engineering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CNNs in Action: Image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are widely used in image recognition tasks like: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Object Detection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Semantic Segmentation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"A picture is worth a thousand words, and CNNs speak fluent picture."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Vision: CNN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aren't just for vision tasks: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Sound processing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Anomaly detection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Natural language 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CNN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LeNet: One of the earliest convolutional networks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AlexNet: Popularized deep learning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ResNet: Introduced residual connections for deeper networks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Understanding these architectures provides insights into evolutionary improvements.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CNNs are powerful for grid-like data processing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Essential in modern computer vision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Adaptable to various data types beyond images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Remember, experimentation is key to mastering CNNs!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
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Convolutional Neural Networks (CNNs) are a class of deep neural networks, most commonly applied to analyze visual imagery. 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Widely used in image and video recognition, recommender systems, and natural language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CNN Architecture: 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Input Layer: Takes raw image data.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Convolutional Layer: Applies filters to detect features.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Pooling Layer: Reduces spatial dimensions, retaining important features.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Fully Connected Layer: Combines features for prediction.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Convolution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Convolutional layers apply a set of filters which activate when they detect specific features.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Filter slides across the input.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Each region produces a single output value.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CNNs?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CNNs have proven to be successful in many fields due to their: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Translation Invariance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Automatic Feature Extraction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Parameter Sharing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Hierarchical Feature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CNNs are integral to various innovative technologies: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Self-driving Cars: Image and video analysis for navigation.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Facial Recognition: Identify individuals in images or videos.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Healthcare: Analyze medical imagery for diagnosis.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Key metrics include: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Accuracy: Percentage of correct predictions.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Recall: Ability to find all relevant cases.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Precision: The ratio of true positive observations.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CNNs continue to evolve, with research focusing on making models: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More Efficient: In terms of computational power.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More Accurate: Through better architectures and training methods.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More General: Capable of understanding diverse data types beyond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
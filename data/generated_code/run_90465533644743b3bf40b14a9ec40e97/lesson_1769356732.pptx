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Linear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Linear regression is a statistical method that models the relationship between a dependent variable and one or more independent variables. It is used to predict outcomes and find trends.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Linear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Linear regression is a statistical method that models the relationship between a dependent variable and one or more independent variables. It is used to predict outcomes and find trends.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Linear Regression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Simple linear regression involves one dependent variable and one independent variable. It assumes a linear relationship between the variables.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Linear Regression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Simple linear regression involves one dependent variable and one independent variable. It assumes a linear relationship between the variables.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the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In the equation, \( \beta_0 \) is the intercept, \( \beta_1 \) is the slope coefficient, and \( \epsilon \) represents the error term.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the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In the equation, \( \beta_0 \) is the intercept, \( \beta_1 \) is the slope coefficient, and \( \epsilon \) represents the error term.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Dataset and Fitted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Visualizing a simple dataset with the fitted regression line can help in understanding how linear regression 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Dataset and Fitted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Visualizing a simple dataset with the fitted regression line can help in understanding how linear regression works.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Linear regression is widely used in various fields such as economics, biology, engineering, and social sciences for predicting trends and making forecasts.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Linear regression is widely used in various fields such as economics, biology, engineering, and social sciences for predicting trends and making forecasts.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Suppose a company uses linear regression to forecast sales based on advertising spend.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Linear regression is a fundamental statistical tool in predictive modeling. It provides insights into relationships between variables and is essential for data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
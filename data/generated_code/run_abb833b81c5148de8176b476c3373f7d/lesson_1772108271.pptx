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7.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8"/>
    <p:sldId id="259" r:id="rId7"/>
    <p:sldId id="260" r:id="rId6"/>
    <p:sldId id="261" r:id="rId5"/>
    <p:sldId id="262" r:id="rId1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726"/>
  </p:normalViewPr>
  <p:slideViewPr>
    <p:cSldViewPr snapToGrid="0">
      <p:cViewPr varScale="1">
        <p:scale>
          <a:sx n="78" d="100"/>
          <a:sy n="78"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Understanding Support Vector Machines (SVM)</a:t>
            </a:r>
          </a:p>
        </p:txBody>
      </p:sp>
      <p:sp>
        <p:nvSpPr>
          <p:cNvPr id="3" name="Subtitle 2"/>
          <p:cNvSpPr>
            <a:spLocks noGrp="1"/>
          </p:cNvSpPr>
          <p:nvPr>
            <p:ph type="subTitle" idx="1"/>
          </p:nvPr>
        </p:nvSpPr>
        <p:spPr/>
        <p:txBody>
          <a:bodyPr/>
          <a:lstStyle/>
          <a:p>
            <a:r>
              <a:rPr>
                <a:solidFill>
                  <a:srgbClr val="000000"/>
                </a:solidFill>
              </a:rPr>
              <a:t>A Comprehensive Guide to SVM in Machine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Introduction to SVM</a:t>
            </a:r>
          </a:p>
        </p:txBody>
      </p:sp>
      <p:sp>
        <p:nvSpPr>
          <p:cNvPr id="3" name="Content Placeholder 2"/>
          <p:cNvSpPr>
            <a:spLocks noGrp="1"/>
          </p:cNvSpPr>
          <p:nvPr>
            <p:ph idx="11" sz="quarter"/>
          </p:nvPr>
        </p:nvSpPr>
        <p:spPr/>
        <p:txBody>
          <a:bodyPr/>
          <a:lstStyle/>
          <a:p>
            <a:r>
              <a:rPr>
                <a:solidFill>
                  <a:srgbClr val="000000"/>
                </a:solidFill>
              </a:rPr>
              <a:t>Support Vector Machines (SVM) are a powerful set of supervised learning methods used for classification, regression, and outlier detection. SVMs are effective in high-dimensional spaces and are versatile, as they can be used for classification tasks, as well as regression tasks.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Concept of Hyperplanes</a:t>
            </a:r>
          </a:p>
        </p:txBody>
      </p:sp>
      <p:sp>
        <p:nvSpPr>
          <p:cNvPr id="3" name="Content Placeholder 2"/>
          <p:cNvSpPr>
            <a:spLocks noGrp="1"/>
          </p:cNvSpPr>
          <p:nvPr>
            <p:ph idx="12" sz="quarter"/>
          </p:nvPr>
        </p:nvSpPr>
        <p:spPr/>
        <p:txBody>
          <a:bodyPr/>
          <a:lstStyle/>
          <a:p>
            <a:r>
              <a:rPr>
                <a:solidFill>
                  <a:srgbClr val="000000"/>
                </a:solidFill>
              </a:rPr>
              <a:t>In SVM, a hyperplane is used to separate the different classes of data points. The goal is to find the hyperplane that maximizes the margin between the classes.</a:t>
            </a:r>
          </a:p>
        </p:txBody>
      </p:sp>
      <p:pic>
        <p:nvPicPr>
          <p:cNvPr id="4" name="Picture 3" descr="formula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Example of SVM in Python</a:t>
            </a:r>
          </a:p>
        </p:txBody>
      </p:sp>
      <p:sp>
        <p:nvSpPr>
          <p:cNvPr id="3" name="Content Placeholder 2"/>
          <p:cNvSpPr>
            <a:spLocks noGrp="1"/>
          </p:cNvSpPr>
          <p:nvPr>
            <p:ph idx="12" sz="quarter"/>
          </p:nvPr>
        </p:nvSpPr>
        <p:spPr/>
        <p:txBody>
          <a:bodyPr/>
          <a:lstStyle/>
          <a:p>
            <a:r>
              <a:rPr>
                <a:solidFill>
                  <a:srgbClr val="000000"/>
                </a:solidFill>
              </a:rPr>
              <a:t>Here is a simple SVM implementation using Python's scikit-learn library. The code demonstrates how to create an SVM model and train it on a dataset.</a:t>
            </a:r>
          </a:p>
        </p:txBody>
      </p:sp>
      <p:pic>
        <p:nvPicPr>
          <p:cNvPr id="4" name="Picture 3" descr="code_3.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Visualizing SVM Decision Boundaries</a:t>
            </a:r>
          </a:p>
        </p:txBody>
      </p:sp>
      <p:sp>
        <p:nvSpPr>
          <p:cNvPr id="3" name="Content Placeholder 2"/>
          <p:cNvSpPr>
            <a:spLocks noGrp="1"/>
          </p:cNvSpPr>
          <p:nvPr>
            <p:ph idx="12" sz="quarter"/>
          </p:nvPr>
        </p:nvSpPr>
        <p:spPr/>
        <p:txBody>
          <a:bodyPr/>
          <a:lstStyle/>
          <a:p>
            <a:r>
              <a:rPr>
                <a:solidFill>
                  <a:srgbClr val="000000"/>
                </a:solidFill>
              </a:rPr>
              <a:t>This chart illustrates how an SVM model separates data points with a decision boundary in a simple classification task.</a:t>
            </a:r>
          </a:p>
        </p:txBody>
      </p:sp>
      <p:pic>
        <p:nvPicPr>
          <p:cNvPr id="4" name="Picture 3" descr="chart_4.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Applications of SVM</a:t>
            </a:r>
          </a:p>
        </p:txBody>
      </p:sp>
      <p:sp>
        <p:nvSpPr>
          <p:cNvPr id="3" name="Content Placeholder 2"/>
          <p:cNvSpPr>
            <a:spLocks noGrp="1"/>
          </p:cNvSpPr>
          <p:nvPr>
            <p:ph idx="11" sz="quarter"/>
          </p:nvPr>
        </p:nvSpPr>
        <p:spPr/>
        <p:txBody>
          <a:bodyPr/>
          <a:lstStyle/>
          <a:p>
            <a:r>
              <a:rPr>
                <a:solidFill>
                  <a:srgbClr val="000000"/>
                </a:solidFill>
              </a:rPr>
              <a:t>SVMs are widely used in various fields such as bioinformatics for gene classification, text categorization, image classification, and even in finance for stock market predictions. Their ability to handle large feature spaces makes them especially useful in these domains.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Conclusion</a:t>
            </a:r>
          </a:p>
        </p:txBody>
      </p:sp>
      <p:sp>
        <p:nvSpPr>
          <p:cNvPr id="3" name="Content Placeholder 2"/>
          <p:cNvSpPr>
            <a:spLocks noGrp="1"/>
          </p:cNvSpPr>
          <p:nvPr>
            <p:ph idx="11" sz="quarter"/>
          </p:nvPr>
        </p:nvSpPr>
        <p:spPr/>
        <p:txBody>
          <a:bodyPr/>
          <a:lstStyle/>
          <a:p>
            <a:r>
              <a:rPr>
                <a:solidFill>
                  <a:srgbClr val="000000"/>
                </a:solidFill>
              </a:rPr>
              <a:t>Support Vector Machines are a robust tool in the machine learning toolkit, especially for tasks requiring high accuracy and computational efficiency. They perform well in diverse applications due to their ability to manage large feature spaces and create clear decision boundaries.</a:t>
            </a:r>
          </a:p>
        </p:txBody>
      </p:sp>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143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Lucida Grande</vt:lpstr>
      <vt:lpstr>Arial</vt:lpstr>
      <vt:lpstr>Calibri</vt:lpstr>
      <vt:lpstr>Wingdings</vt:lpstr>
      <vt:lpstr>Office Theme</vt:lpstr>
      <vt:lpstr>  Main Topic    subtopic         </vt:lpstr>
      <vt:lpstr>Overview</vt:lpstr>
      <vt:lpstr>Part 1</vt:lpstr>
      <vt:lpstr>Part 2</vt:lpstr>
      <vt:lpstr>Part n</vt:lpstr>
      <vt:lpstr>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2026-01-08T06:41:32Z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
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media/image7.jpg" ContentType="image/jpg"/>
  <Override PartName="/ppt/media/image8.jpg" ContentType="image/jpg"/>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sldIdLst>
    <p:sldId id="256" r:id="rId10"/>
    <p:sldId id="257" r:id="rId9"/>
    <p:sldId id="258" r:id="rId8"/>
    <p:sldId id="259" r:id="rId7"/>
    <p:sldId id="260" r:id="rId6"/>
    <p:sldId id="261" r:id="rId5"/>
    <p:sldId id="262" r:id="rId16"/>
  </p:sldIdLst>
  <p:sldSz cx="12192000" cy="6858000"/>
  <p:notesSz cx="6858000" cy="9144000"/>
  <p:defaultTex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0784"/>
    <p:restoredTop sz="94726"/>
  </p:normalViewPr>
  <p:slideViewPr>
    <p:cSldViewPr snapToGrid="0">
      <p:cViewPr varScale="1">
        <p:scale>
          <a:sx n="78" d="100"/>
          <a:sy n="78" d="100"/>
        </p:scale>
        <p:origin x="1075"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6.xml"/><Relationship Id="rId6" Type="http://schemas.openxmlformats.org/officeDocument/2006/relationships/slide" Target="slides/slide5.xml"/><Relationship Id="rId7" Type="http://schemas.openxmlformats.org/officeDocument/2006/relationships/slide" Target="slides/slide4.xml"/><Relationship Id="rId8" Type="http://schemas.openxmlformats.org/officeDocument/2006/relationships/slide" Target="slides/slide3.xml"/><Relationship Id="rId9" Type="http://schemas.openxmlformats.org/officeDocument/2006/relationships/slide" Target="slides/slide2.xml"/><Relationship Id="rId10" Type="http://schemas.openxmlformats.org/officeDocument/2006/relationships/slide" Target="slides/slide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 Id="rId15" Type="http://schemas.microsoft.com/office/2016/11/relationships/changesInfo" Target="changesInfos/changesInfo1.xml"/><Relationship Id="rId16"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AW, EFFIE L." userId="1c3177ca-747b-4691-ad45-4cbdbc050fd1" providerId="ADAL" clId="{06734445-D490-4A90-AC2A-6257025627FB}"/>
    <pc:docChg chg="modSld">
      <pc:chgData name="LAW, EFFIE L." userId="1c3177ca-747b-4691-ad45-4cbdbc050fd1" providerId="ADAL" clId="{06734445-D490-4A90-AC2A-6257025627FB}" dt="2025-10-03T09:12:37.245" v="30" actId="20577"/>
      <pc:docMkLst>
        <pc:docMk/>
      </pc:docMkLst>
      <pc:sldChg chg="modSp mod">
        <pc:chgData name="LAW, EFFIE L." userId="1c3177ca-747b-4691-ad45-4cbdbc050fd1" providerId="ADAL" clId="{06734445-D490-4A90-AC2A-6257025627FB}" dt="2025-10-03T09:12:37.245" v="30" actId="20577"/>
        <pc:sldMkLst>
          <pc:docMk/>
          <pc:sldMk cId="775193986" sldId="258"/>
        </pc:sldMkLst>
        <pc:spChg chg="mod">
          <ac:chgData name="LAW, EFFIE L." userId="1c3177ca-747b-4691-ad45-4cbdbc050fd1" providerId="ADAL" clId="{06734445-D490-4A90-AC2A-6257025627FB}" dt="2025-10-03T09:12:37.245" v="30" actId="20577"/>
          <ac:spMkLst>
            <pc:docMk/>
            <pc:sldMk cId="775193986" sldId="258"/>
            <ac:spMk id="2" creationId="{00000000-0000-0000-0000-000000000000}"/>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emf"/><Relationship Id="rId3" Type="http://schemas.openxmlformats.org/officeDocument/2006/relationships/image" Target="../media/image2.emf"/></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emf"/><Relationship Id="rId3" Type="http://schemas.openxmlformats.org/officeDocument/2006/relationships/image" Target="../media/image2.emf"/></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emf"/><Relationship Id="rId3" Type="http://schemas.openxmlformats.org/officeDocument/2006/relationships/image" Target="../media/image2.emf"/></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emf"/><Relationship Id="rId3" Type="http://schemas.openxmlformats.org/officeDocument/2006/relationships/image" Target="../media/image2.emf"/></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emf"/><Relationship Id="rId3" Type="http://schemas.openxmlformats.org/officeDocument/2006/relationships/image" Target="../media/image2.emf"/></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emf"/></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emf"/></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emf"/></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emf"/></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jpg"/><Relationship Id="rId3" Type="http://schemas.openxmlformats.org/officeDocument/2006/relationships/image" Target="../media/image8.jp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jpg"/><Relationship Id="rId3" Type="http://schemas.openxmlformats.org/officeDocument/2006/relationships/image" Target="../media/image8.jp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urham Title Slide - Purple">
    <p:bg>
      <p:bgPr>
        <a:solidFill>
          <a:schemeClr val="bg2"/>
        </a:solidFill>
        <a:effectLst/>
      </p:bgPr>
    </p:bg>
    <p:spTree>
      <p:nvGrpSpPr>
        <p:cNvPr id="1" name=""/>
        <p:cNvGrpSpPr/>
        <p:nvPr/>
      </p:nvGrpSpPr>
      <p:grpSpPr>
        <a:xfrm>
          <a:off x="0" y="0"/>
          <a:ext cx="0" cy="0"/>
          <a:chOff x="0" y="0"/>
          <a:chExt cx="0" cy="0"/>
        </a:xfrm>
      </p:grpSpPr>
      <p:pic>
        <p:nvPicPr>
          <p:cNvPr id="11" name="Picture 10"/>
          <p:cNvPicPr>
            <a:picLocks noChangeAspect="1"/>
          </p:cNvPicPr>
          <p:nvPr userDrawn="1"/>
        </p:nvPicPr>
        <p:blipFill>
          <a:blip r:embed="rId2"/>
          <a:stretch>
            <a:fillRect/>
          </a:stretch>
        </p:blipFill>
        <p:spPr>
          <a:xfrm>
            <a:off x="5334000" y="0"/>
            <a:ext cx="6858000" cy="6858000"/>
          </a:xfrm>
          <a:prstGeom prst="rect">
            <a:avLst/>
          </a:prstGeom>
        </p:spPr>
      </p:pic>
      <p:sp>
        <p:nvSpPr>
          <p:cNvPr id="2" name="Title 1"/>
          <p:cNvSpPr>
            <a:spLocks noGrp="1"/>
          </p:cNvSpPr>
          <p:nvPr>
            <p:ph type="ctrTitle"/>
          </p:nvPr>
        </p:nvSpPr>
        <p:spPr>
          <a:xfrm>
            <a:off x="930339" y="1672217"/>
            <a:ext cx="4428563" cy="1470025"/>
          </a:xfrm>
        </p:spPr>
        <p:txBody>
          <a:bodyPr lIns="0" tIns="0" rIns="0" bIns="0" anchor="t">
            <a:noAutofit/>
          </a:bodyPr>
          <a:lstStyle>
            <a:lvl1pPr algn="l">
              <a:lnSpc>
                <a:spcPct val="85000"/>
              </a:lnSpc>
              <a:defRPr sz="3733" b="1">
                <a:solidFill>
                  <a:srgbClr val="002A41"/>
                </a:solidFill>
                <a:latin typeface="Arial"/>
                <a:cs typeface="Arial"/>
              </a:defRPr>
            </a:lvl1pPr>
          </a:lstStyle>
          <a:p>
            <a:r>
              <a:rPr lang="en-US"/>
              <a:t>Click to edit Master title style</a:t>
            </a:r>
          </a:p>
        </p:txBody>
      </p:sp>
      <p:sp>
        <p:nvSpPr>
          <p:cNvPr id="3" name="Subtitle 2"/>
          <p:cNvSpPr>
            <a:spLocks noGrp="1"/>
          </p:cNvSpPr>
          <p:nvPr>
            <p:ph type="subTitle" idx="1"/>
          </p:nvPr>
        </p:nvSpPr>
        <p:spPr>
          <a:xfrm>
            <a:off x="930339" y="3093911"/>
            <a:ext cx="4428563" cy="1752600"/>
          </a:xfrm>
        </p:spPr>
        <p:txBody>
          <a:bodyPr lIns="0" tIns="0" rIns="0" bIns="0" anchor="t">
            <a:noAutofit/>
          </a:bodyPr>
          <a:lstStyle>
            <a:lvl1pPr marL="0" indent="0" algn="l">
              <a:lnSpc>
                <a:spcPct val="90000"/>
              </a:lnSpc>
              <a:buNone/>
              <a:defRPr sz="2667">
                <a:solidFill>
                  <a:srgbClr val="002A41"/>
                </a:solidFill>
                <a:latin typeface="Arial"/>
                <a:cs typeface="Arial"/>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US"/>
              <a:t>Click to edit Master subtitle style</a:t>
            </a:r>
          </a:p>
        </p:txBody>
      </p:sp>
      <p:pic>
        <p:nvPicPr>
          <p:cNvPr id="12" name="Picture 11"/>
          <p:cNvPicPr>
            <a:picLocks noChangeAspect="1"/>
          </p:cNvPicPr>
          <p:nvPr userDrawn="1"/>
        </p:nvPicPr>
        <p:blipFill>
          <a:blip r:embed="rId3"/>
          <a:stretch>
            <a:fillRect/>
          </a:stretch>
        </p:blipFill>
        <p:spPr>
          <a:xfrm>
            <a:off x="340659" y="328401"/>
            <a:ext cx="2118005" cy="878747"/>
          </a:xfrm>
          <a:prstGeom prst="rect">
            <a:avLst/>
          </a:prstGeom>
        </p:spPr>
      </p:pic>
    </p:spTree>
    <p:extLst>
      <p:ext uri="{BB962C8B-B14F-4D97-AF65-F5344CB8AC3E}">
        <p14:creationId xmlns:p14="http://schemas.microsoft.com/office/powerpoint/2010/main" val="303283857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Durham Title Slide – Blue">
    <p:bg>
      <p:bgPr>
        <a:solidFill>
          <a:schemeClr val="accent2"/>
        </a:solidFill>
        <a:effectLst/>
      </p:bgPr>
    </p:bg>
    <p:spTree>
      <p:nvGrpSpPr>
        <p:cNvPr id="1" name=""/>
        <p:cNvGrpSpPr/>
        <p:nvPr/>
      </p:nvGrpSpPr>
      <p:grpSpPr>
        <a:xfrm>
          <a:off x="0" y="0"/>
          <a:ext cx="0" cy="0"/>
          <a:chOff x="0" y="0"/>
          <a:chExt cx="0" cy="0"/>
        </a:xfrm>
      </p:grpSpPr>
      <p:pic>
        <p:nvPicPr>
          <p:cNvPr id="4" name="Picture 3"/>
          <p:cNvPicPr>
            <a:picLocks noChangeAspect="1"/>
          </p:cNvPicPr>
          <p:nvPr userDrawn="1"/>
        </p:nvPicPr>
        <p:blipFill>
          <a:blip r:embed="rId2"/>
          <a:stretch>
            <a:fillRect/>
          </a:stretch>
        </p:blipFill>
        <p:spPr>
          <a:xfrm>
            <a:off x="5334000" y="0"/>
            <a:ext cx="6858000" cy="6858000"/>
          </a:xfrm>
          <a:prstGeom prst="rect">
            <a:avLst/>
          </a:prstGeom>
        </p:spPr>
      </p:pic>
      <p:sp>
        <p:nvSpPr>
          <p:cNvPr id="2" name="Title 1"/>
          <p:cNvSpPr>
            <a:spLocks noGrp="1"/>
          </p:cNvSpPr>
          <p:nvPr>
            <p:ph type="ctrTitle"/>
          </p:nvPr>
        </p:nvSpPr>
        <p:spPr>
          <a:xfrm>
            <a:off x="930339" y="1672217"/>
            <a:ext cx="4428563" cy="1470025"/>
          </a:xfrm>
        </p:spPr>
        <p:txBody>
          <a:bodyPr lIns="0" tIns="0" rIns="0" bIns="0" anchor="t">
            <a:noAutofit/>
          </a:bodyPr>
          <a:lstStyle>
            <a:lvl1pPr algn="l">
              <a:lnSpc>
                <a:spcPct val="85000"/>
              </a:lnSpc>
              <a:defRPr sz="3733" b="1">
                <a:solidFill>
                  <a:srgbClr val="002A41"/>
                </a:solidFill>
                <a:latin typeface="Arial"/>
                <a:cs typeface="Arial"/>
              </a:defRPr>
            </a:lvl1pPr>
          </a:lstStyle>
          <a:p>
            <a:r>
              <a:rPr lang="en-US"/>
              <a:t>Click to edit Master title style</a:t>
            </a:r>
          </a:p>
        </p:txBody>
      </p:sp>
      <p:sp>
        <p:nvSpPr>
          <p:cNvPr id="3" name="Subtitle 2"/>
          <p:cNvSpPr>
            <a:spLocks noGrp="1"/>
          </p:cNvSpPr>
          <p:nvPr>
            <p:ph type="subTitle" idx="1"/>
          </p:nvPr>
        </p:nvSpPr>
        <p:spPr>
          <a:xfrm>
            <a:off x="930339" y="3093911"/>
            <a:ext cx="4428563" cy="1752600"/>
          </a:xfrm>
        </p:spPr>
        <p:txBody>
          <a:bodyPr lIns="0" tIns="0" rIns="0" bIns="0" anchor="t">
            <a:noAutofit/>
          </a:bodyPr>
          <a:lstStyle>
            <a:lvl1pPr marL="0" indent="0" algn="l">
              <a:lnSpc>
                <a:spcPct val="90000"/>
              </a:lnSpc>
              <a:buNone/>
              <a:defRPr sz="2667">
                <a:solidFill>
                  <a:srgbClr val="002A41"/>
                </a:solidFill>
                <a:latin typeface="Arial"/>
                <a:cs typeface="Arial"/>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US"/>
              <a:t>Click to edit Master subtitle style</a:t>
            </a:r>
          </a:p>
        </p:txBody>
      </p:sp>
      <p:pic>
        <p:nvPicPr>
          <p:cNvPr id="18" name="Picture 17"/>
          <p:cNvPicPr>
            <a:picLocks noChangeAspect="1"/>
          </p:cNvPicPr>
          <p:nvPr userDrawn="1"/>
        </p:nvPicPr>
        <p:blipFill>
          <a:blip r:embed="rId3"/>
          <a:stretch>
            <a:fillRect/>
          </a:stretch>
        </p:blipFill>
        <p:spPr>
          <a:xfrm>
            <a:off x="340659" y="328401"/>
            <a:ext cx="2118005" cy="878747"/>
          </a:xfrm>
          <a:prstGeom prst="rect">
            <a:avLst/>
          </a:prstGeom>
        </p:spPr>
      </p:pic>
    </p:spTree>
    <p:extLst>
      <p:ext uri="{BB962C8B-B14F-4D97-AF65-F5344CB8AC3E}">
        <p14:creationId xmlns:p14="http://schemas.microsoft.com/office/powerpoint/2010/main" val="6020785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Durham Title Slide – Gold">
    <p:bg>
      <p:bgPr>
        <a:solidFill>
          <a:srgbClr val="B3BDB1"/>
        </a:solidFill>
        <a:effectLst/>
      </p:bgPr>
    </p:bg>
    <p:spTree>
      <p:nvGrpSpPr>
        <p:cNvPr id="1" name=""/>
        <p:cNvGrpSpPr/>
        <p:nvPr/>
      </p:nvGrpSpPr>
      <p:grpSpPr>
        <a:xfrm>
          <a:off x="0" y="0"/>
          <a:ext cx="0" cy="0"/>
          <a:chOff x="0" y="0"/>
          <a:chExt cx="0" cy="0"/>
        </a:xfrm>
      </p:grpSpPr>
      <p:pic>
        <p:nvPicPr>
          <p:cNvPr id="4" name="Picture 3"/>
          <p:cNvPicPr>
            <a:picLocks noChangeAspect="1"/>
          </p:cNvPicPr>
          <p:nvPr userDrawn="1"/>
        </p:nvPicPr>
        <p:blipFill>
          <a:blip r:embed="rId2"/>
          <a:stretch>
            <a:fillRect/>
          </a:stretch>
        </p:blipFill>
        <p:spPr>
          <a:xfrm>
            <a:off x="5334000" y="0"/>
            <a:ext cx="6858000" cy="6858000"/>
          </a:xfrm>
          <a:prstGeom prst="rect">
            <a:avLst/>
          </a:prstGeom>
        </p:spPr>
      </p:pic>
      <p:sp>
        <p:nvSpPr>
          <p:cNvPr id="2" name="Title 1"/>
          <p:cNvSpPr>
            <a:spLocks noGrp="1"/>
          </p:cNvSpPr>
          <p:nvPr>
            <p:ph type="ctrTitle"/>
          </p:nvPr>
        </p:nvSpPr>
        <p:spPr>
          <a:xfrm>
            <a:off x="930339" y="1672217"/>
            <a:ext cx="4428563" cy="1470025"/>
          </a:xfrm>
        </p:spPr>
        <p:txBody>
          <a:bodyPr lIns="0" tIns="0" rIns="0" bIns="0" anchor="t">
            <a:noAutofit/>
          </a:bodyPr>
          <a:lstStyle>
            <a:lvl1pPr algn="l">
              <a:lnSpc>
                <a:spcPct val="85000"/>
              </a:lnSpc>
              <a:defRPr sz="3733" b="1">
                <a:solidFill>
                  <a:srgbClr val="002A41"/>
                </a:solidFill>
                <a:latin typeface="Arial"/>
                <a:cs typeface="Arial"/>
              </a:defRPr>
            </a:lvl1pPr>
          </a:lstStyle>
          <a:p>
            <a:r>
              <a:rPr lang="en-US"/>
              <a:t>Click to edit Master title style</a:t>
            </a:r>
          </a:p>
        </p:txBody>
      </p:sp>
      <p:sp>
        <p:nvSpPr>
          <p:cNvPr id="3" name="Subtitle 2"/>
          <p:cNvSpPr>
            <a:spLocks noGrp="1"/>
          </p:cNvSpPr>
          <p:nvPr>
            <p:ph type="subTitle" idx="1"/>
          </p:nvPr>
        </p:nvSpPr>
        <p:spPr>
          <a:xfrm>
            <a:off x="930339" y="3093911"/>
            <a:ext cx="4428563" cy="1752600"/>
          </a:xfrm>
        </p:spPr>
        <p:txBody>
          <a:bodyPr lIns="0" tIns="0" rIns="0" bIns="0" anchor="t">
            <a:noAutofit/>
          </a:bodyPr>
          <a:lstStyle>
            <a:lvl1pPr marL="0" indent="0" algn="l">
              <a:lnSpc>
                <a:spcPct val="90000"/>
              </a:lnSpc>
              <a:buNone/>
              <a:defRPr sz="2667">
                <a:solidFill>
                  <a:srgbClr val="002A41"/>
                </a:solidFill>
                <a:latin typeface="Arial"/>
                <a:cs typeface="Arial"/>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US"/>
              <a:t>Click to edit Master subtitle style</a:t>
            </a:r>
          </a:p>
        </p:txBody>
      </p:sp>
      <p:pic>
        <p:nvPicPr>
          <p:cNvPr id="17" name="Picture 16"/>
          <p:cNvPicPr>
            <a:picLocks noChangeAspect="1"/>
          </p:cNvPicPr>
          <p:nvPr userDrawn="1"/>
        </p:nvPicPr>
        <p:blipFill>
          <a:blip r:embed="rId3"/>
          <a:stretch>
            <a:fillRect/>
          </a:stretch>
        </p:blipFill>
        <p:spPr>
          <a:xfrm>
            <a:off x="340659" y="328401"/>
            <a:ext cx="2118005" cy="878747"/>
          </a:xfrm>
          <a:prstGeom prst="rect">
            <a:avLst/>
          </a:prstGeom>
        </p:spPr>
      </p:pic>
    </p:spTree>
    <p:extLst>
      <p:ext uri="{BB962C8B-B14F-4D97-AF65-F5344CB8AC3E}">
        <p14:creationId xmlns:p14="http://schemas.microsoft.com/office/powerpoint/2010/main" val="25689417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Durham Title Slide - Yellow">
    <p:bg>
      <p:bgPr>
        <a:solidFill>
          <a:schemeClr val="accent6"/>
        </a:solidFill>
        <a:effectLst/>
      </p:bgPr>
    </p:bg>
    <p:spTree>
      <p:nvGrpSpPr>
        <p:cNvPr id="1" name=""/>
        <p:cNvGrpSpPr/>
        <p:nvPr/>
      </p:nvGrpSpPr>
      <p:grpSpPr>
        <a:xfrm>
          <a:off x="0" y="0"/>
          <a:ext cx="0" cy="0"/>
          <a:chOff x="0" y="0"/>
          <a:chExt cx="0" cy="0"/>
        </a:xfrm>
      </p:grpSpPr>
      <p:pic>
        <p:nvPicPr>
          <p:cNvPr id="5" name="Picture 4"/>
          <p:cNvPicPr>
            <a:picLocks noChangeAspect="1"/>
          </p:cNvPicPr>
          <p:nvPr userDrawn="1"/>
        </p:nvPicPr>
        <p:blipFill>
          <a:blip r:embed="rId2"/>
          <a:stretch>
            <a:fillRect/>
          </a:stretch>
        </p:blipFill>
        <p:spPr>
          <a:xfrm>
            <a:off x="5334000" y="0"/>
            <a:ext cx="6858000" cy="6858000"/>
          </a:xfrm>
          <a:prstGeom prst="rect">
            <a:avLst/>
          </a:prstGeom>
        </p:spPr>
      </p:pic>
      <p:sp>
        <p:nvSpPr>
          <p:cNvPr id="2" name="Title 1"/>
          <p:cNvSpPr>
            <a:spLocks noGrp="1"/>
          </p:cNvSpPr>
          <p:nvPr>
            <p:ph type="ctrTitle"/>
          </p:nvPr>
        </p:nvSpPr>
        <p:spPr>
          <a:xfrm>
            <a:off x="930339" y="1672217"/>
            <a:ext cx="4428563" cy="1470025"/>
          </a:xfrm>
        </p:spPr>
        <p:txBody>
          <a:bodyPr lIns="0" tIns="0" rIns="0" bIns="0" anchor="t">
            <a:noAutofit/>
          </a:bodyPr>
          <a:lstStyle>
            <a:lvl1pPr algn="l">
              <a:lnSpc>
                <a:spcPct val="85000"/>
              </a:lnSpc>
              <a:defRPr sz="3733" b="1">
                <a:solidFill>
                  <a:srgbClr val="002A41"/>
                </a:solidFill>
                <a:latin typeface="Arial"/>
                <a:cs typeface="Arial"/>
              </a:defRPr>
            </a:lvl1pPr>
          </a:lstStyle>
          <a:p>
            <a:r>
              <a:rPr lang="en-US"/>
              <a:t>Click to edit Master title style</a:t>
            </a:r>
          </a:p>
        </p:txBody>
      </p:sp>
      <p:sp>
        <p:nvSpPr>
          <p:cNvPr id="3" name="Subtitle 2"/>
          <p:cNvSpPr>
            <a:spLocks noGrp="1"/>
          </p:cNvSpPr>
          <p:nvPr>
            <p:ph type="subTitle" idx="1"/>
          </p:nvPr>
        </p:nvSpPr>
        <p:spPr>
          <a:xfrm>
            <a:off x="930339" y="3093911"/>
            <a:ext cx="4428563" cy="1752600"/>
          </a:xfrm>
        </p:spPr>
        <p:txBody>
          <a:bodyPr lIns="0" tIns="0" rIns="0" bIns="0" anchor="t">
            <a:noAutofit/>
          </a:bodyPr>
          <a:lstStyle>
            <a:lvl1pPr marL="0" indent="0" algn="l">
              <a:lnSpc>
                <a:spcPct val="90000"/>
              </a:lnSpc>
              <a:buNone/>
              <a:defRPr sz="2667">
                <a:solidFill>
                  <a:srgbClr val="002A41"/>
                </a:solidFill>
                <a:latin typeface="Arial"/>
                <a:cs typeface="Arial"/>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US"/>
              <a:t>Click to edit Master subtitle style</a:t>
            </a:r>
          </a:p>
        </p:txBody>
      </p:sp>
      <p:pic>
        <p:nvPicPr>
          <p:cNvPr id="16" name="Picture 15"/>
          <p:cNvPicPr>
            <a:picLocks noChangeAspect="1"/>
          </p:cNvPicPr>
          <p:nvPr userDrawn="1"/>
        </p:nvPicPr>
        <p:blipFill>
          <a:blip r:embed="rId3"/>
          <a:stretch>
            <a:fillRect/>
          </a:stretch>
        </p:blipFill>
        <p:spPr>
          <a:xfrm>
            <a:off x="340659" y="328401"/>
            <a:ext cx="2118005" cy="878747"/>
          </a:xfrm>
          <a:prstGeom prst="rect">
            <a:avLst/>
          </a:prstGeom>
        </p:spPr>
      </p:pic>
    </p:spTree>
    <p:extLst>
      <p:ext uri="{BB962C8B-B14F-4D97-AF65-F5344CB8AC3E}">
        <p14:creationId xmlns:p14="http://schemas.microsoft.com/office/powerpoint/2010/main" val="14883122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Durham Title Slide – Red">
    <p:bg>
      <p:bgPr>
        <a:solidFill>
          <a:srgbClr val="B6AAA7"/>
        </a:solidFill>
        <a:effectLst/>
      </p:bgPr>
    </p:bg>
    <p:spTree>
      <p:nvGrpSpPr>
        <p:cNvPr id="1" name=""/>
        <p:cNvGrpSpPr/>
        <p:nvPr/>
      </p:nvGrpSpPr>
      <p:grpSpPr>
        <a:xfrm>
          <a:off x="0" y="0"/>
          <a:ext cx="0" cy="0"/>
          <a:chOff x="0" y="0"/>
          <a:chExt cx="0" cy="0"/>
        </a:xfrm>
      </p:grpSpPr>
      <p:pic>
        <p:nvPicPr>
          <p:cNvPr id="4" name="Picture 3"/>
          <p:cNvPicPr>
            <a:picLocks noChangeAspect="1"/>
          </p:cNvPicPr>
          <p:nvPr userDrawn="1"/>
        </p:nvPicPr>
        <p:blipFill>
          <a:blip r:embed="rId2"/>
          <a:stretch>
            <a:fillRect/>
          </a:stretch>
        </p:blipFill>
        <p:spPr>
          <a:xfrm>
            <a:off x="5334000" y="0"/>
            <a:ext cx="6858000" cy="6858000"/>
          </a:xfrm>
          <a:prstGeom prst="rect">
            <a:avLst/>
          </a:prstGeom>
        </p:spPr>
      </p:pic>
      <p:sp>
        <p:nvSpPr>
          <p:cNvPr id="2" name="Title 1"/>
          <p:cNvSpPr>
            <a:spLocks noGrp="1"/>
          </p:cNvSpPr>
          <p:nvPr>
            <p:ph type="ctrTitle"/>
          </p:nvPr>
        </p:nvSpPr>
        <p:spPr>
          <a:xfrm>
            <a:off x="930339" y="1672217"/>
            <a:ext cx="4428563" cy="1470025"/>
          </a:xfrm>
        </p:spPr>
        <p:txBody>
          <a:bodyPr lIns="0" tIns="0" rIns="0" bIns="0" anchor="t">
            <a:noAutofit/>
          </a:bodyPr>
          <a:lstStyle>
            <a:lvl1pPr algn="l">
              <a:lnSpc>
                <a:spcPct val="85000"/>
              </a:lnSpc>
              <a:defRPr sz="3733" b="1">
                <a:solidFill>
                  <a:schemeClr val="tx1"/>
                </a:solidFill>
                <a:latin typeface="Arial"/>
                <a:cs typeface="Arial"/>
              </a:defRPr>
            </a:lvl1pPr>
          </a:lstStyle>
          <a:p>
            <a:r>
              <a:rPr lang="en-US"/>
              <a:t>Click to edit Master title style</a:t>
            </a:r>
          </a:p>
        </p:txBody>
      </p:sp>
      <p:sp>
        <p:nvSpPr>
          <p:cNvPr id="3" name="Subtitle 2"/>
          <p:cNvSpPr>
            <a:spLocks noGrp="1"/>
          </p:cNvSpPr>
          <p:nvPr>
            <p:ph type="subTitle" idx="1"/>
          </p:nvPr>
        </p:nvSpPr>
        <p:spPr>
          <a:xfrm>
            <a:off x="930339" y="3093911"/>
            <a:ext cx="4428563" cy="1752600"/>
          </a:xfrm>
        </p:spPr>
        <p:txBody>
          <a:bodyPr lIns="0" tIns="0" rIns="0" bIns="0" anchor="t">
            <a:noAutofit/>
          </a:bodyPr>
          <a:lstStyle>
            <a:lvl1pPr marL="0" indent="0" algn="l">
              <a:lnSpc>
                <a:spcPct val="90000"/>
              </a:lnSpc>
              <a:buNone/>
              <a:defRPr sz="2667">
                <a:solidFill>
                  <a:srgbClr val="002A41"/>
                </a:solidFill>
                <a:latin typeface="Arial"/>
                <a:cs typeface="Arial"/>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US"/>
              <a:t>Click to edit Master subtitle style</a:t>
            </a:r>
          </a:p>
        </p:txBody>
      </p:sp>
      <p:pic>
        <p:nvPicPr>
          <p:cNvPr id="14" name="Picture 13"/>
          <p:cNvPicPr>
            <a:picLocks noChangeAspect="1"/>
          </p:cNvPicPr>
          <p:nvPr userDrawn="1"/>
        </p:nvPicPr>
        <p:blipFill>
          <a:blip r:embed="rId3"/>
          <a:stretch>
            <a:fillRect/>
          </a:stretch>
        </p:blipFill>
        <p:spPr>
          <a:xfrm>
            <a:off x="340659" y="328401"/>
            <a:ext cx="2118005" cy="878747"/>
          </a:xfrm>
          <a:prstGeom prst="rect">
            <a:avLst/>
          </a:prstGeom>
        </p:spPr>
      </p:pic>
    </p:spTree>
    <p:extLst>
      <p:ext uri="{BB962C8B-B14F-4D97-AF65-F5344CB8AC3E}">
        <p14:creationId xmlns:p14="http://schemas.microsoft.com/office/powerpoint/2010/main" val="22477803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Durham Text Slide - 1 col">
    <p:spTree>
      <p:nvGrpSpPr>
        <p:cNvPr id="1" name=""/>
        <p:cNvGrpSpPr/>
        <p:nvPr/>
      </p:nvGrpSpPr>
      <p:grpSpPr>
        <a:xfrm>
          <a:off x="0" y="0"/>
          <a:ext cx="0" cy="0"/>
          <a:chOff x="0" y="0"/>
          <a:chExt cx="0" cy="0"/>
        </a:xfrm>
      </p:grpSpPr>
      <p:sp>
        <p:nvSpPr>
          <p:cNvPr id="2" name="Title 1"/>
          <p:cNvSpPr>
            <a:spLocks noGrp="1"/>
          </p:cNvSpPr>
          <p:nvPr>
            <p:ph type="title"/>
          </p:nvPr>
        </p:nvSpPr>
        <p:spPr>
          <a:xfrm>
            <a:off x="828737" y="369979"/>
            <a:ext cx="10536517" cy="1143000"/>
          </a:xfrm>
        </p:spPr>
        <p:txBody>
          <a:bodyPr lIns="0" tIns="0" rIns="0" bIns="0" anchor="t">
            <a:noAutofit/>
          </a:bodyPr>
          <a:lstStyle>
            <a:lvl1pPr algn="l">
              <a:defRPr sz="3200" b="1">
                <a:solidFill>
                  <a:srgbClr val="54145A"/>
                </a:solidFill>
                <a:latin typeface="Arial"/>
                <a:cs typeface="Arial"/>
              </a:defRPr>
            </a:lvl1pPr>
          </a:lstStyle>
          <a:p>
            <a:r>
              <a:rPr lang="en-US"/>
              <a:t>Click to edit Master title style</a:t>
            </a:r>
          </a:p>
        </p:txBody>
      </p:sp>
      <p:pic>
        <p:nvPicPr>
          <p:cNvPr id="7" name="Picture 6"/>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545986" y="6230447"/>
            <a:ext cx="1020673" cy="423471"/>
          </a:xfrm>
          <a:prstGeom prst="rect">
            <a:avLst/>
          </a:prstGeom>
        </p:spPr>
      </p:pic>
      <p:sp>
        <p:nvSpPr>
          <p:cNvPr id="4" name="Content Placeholder 3"/>
          <p:cNvSpPr>
            <a:spLocks noGrp="1"/>
          </p:cNvSpPr>
          <p:nvPr>
            <p:ph sz="quarter" idx="11"/>
          </p:nvPr>
        </p:nvSpPr>
        <p:spPr>
          <a:xfrm>
            <a:off x="828737" y="1632944"/>
            <a:ext cx="7603571" cy="3886200"/>
          </a:xfrm>
        </p:spPr>
        <p:txBody>
          <a:bodyPr lIns="0" tIns="0" rIns="0" bIns="0">
            <a:noAutofit/>
          </a:bodyPr>
          <a:lstStyle>
            <a:lvl1pPr marL="0" indent="0">
              <a:spcBef>
                <a:spcPts val="1067"/>
              </a:spcBef>
              <a:buNone/>
              <a:defRPr sz="2400">
                <a:solidFill>
                  <a:srgbClr val="002A41"/>
                </a:solidFill>
                <a:latin typeface="Arial"/>
                <a:cs typeface="Arial"/>
              </a:defRPr>
            </a:lvl1pPr>
            <a:lvl2pPr marL="383990" indent="-383990">
              <a:spcBef>
                <a:spcPts val="1067"/>
              </a:spcBef>
              <a:buClr>
                <a:srgbClr val="68246D"/>
              </a:buClr>
              <a:buFont typeface="Arial"/>
              <a:buChar char="•"/>
              <a:defRPr sz="2400">
                <a:solidFill>
                  <a:srgbClr val="002A41"/>
                </a:solidFill>
                <a:latin typeface="Arial"/>
                <a:cs typeface="Arial"/>
              </a:defRPr>
            </a:lvl2pPr>
            <a:lvl3pPr marL="767981" indent="-383990">
              <a:spcBef>
                <a:spcPts val="1067"/>
              </a:spcBef>
              <a:buFont typeface="Lucida Grande"/>
              <a:buChar char="–"/>
              <a:defRPr sz="2400">
                <a:solidFill>
                  <a:srgbClr val="002A41"/>
                </a:solidFill>
                <a:latin typeface="Arial"/>
                <a:cs typeface="Arial"/>
              </a:defRPr>
            </a:lvl3pPr>
            <a:lvl4pPr>
              <a:defRPr sz="2400">
                <a:latin typeface="Arial"/>
                <a:cs typeface="Arial"/>
              </a:defRPr>
            </a:lvl4pPr>
            <a:lvl5pPr>
              <a:defRPr sz="2400">
                <a:latin typeface="Arial"/>
                <a:cs typeface="Arial"/>
              </a:defRPr>
            </a:lvl5pPr>
          </a:lstStyle>
          <a:p>
            <a:pPr lvl="0"/>
            <a:r>
              <a:rPr lang="en-US"/>
              <a:t>Edit Master text styles</a:t>
            </a:r>
          </a:p>
          <a:p>
            <a:pPr lvl="1"/>
            <a:r>
              <a:rPr lang="en-US"/>
              <a:t>Second level</a:t>
            </a:r>
          </a:p>
          <a:p>
            <a:pPr lvl="2"/>
            <a:r>
              <a:rPr lang="en-US"/>
              <a:t>Third level</a:t>
            </a:r>
          </a:p>
        </p:txBody>
      </p:sp>
    </p:spTree>
    <p:extLst>
      <p:ext uri="{BB962C8B-B14F-4D97-AF65-F5344CB8AC3E}">
        <p14:creationId xmlns:p14="http://schemas.microsoft.com/office/powerpoint/2010/main" val="14491965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Durham Text Slide - 2 col">
    <p:spTree>
      <p:nvGrpSpPr>
        <p:cNvPr id="1" name=""/>
        <p:cNvGrpSpPr/>
        <p:nvPr/>
      </p:nvGrpSpPr>
      <p:grpSpPr>
        <a:xfrm>
          <a:off x="0" y="0"/>
          <a:ext cx="0" cy="0"/>
          <a:chOff x="0" y="0"/>
          <a:chExt cx="0" cy="0"/>
        </a:xfrm>
      </p:grpSpPr>
      <p:sp>
        <p:nvSpPr>
          <p:cNvPr id="2" name="Title 1"/>
          <p:cNvSpPr>
            <a:spLocks noGrp="1"/>
          </p:cNvSpPr>
          <p:nvPr>
            <p:ph type="title"/>
          </p:nvPr>
        </p:nvSpPr>
        <p:spPr>
          <a:xfrm>
            <a:off x="828737" y="369979"/>
            <a:ext cx="10536517" cy="1143000"/>
          </a:xfrm>
        </p:spPr>
        <p:txBody>
          <a:bodyPr lIns="0" tIns="0" rIns="0" bIns="0" anchor="t">
            <a:noAutofit/>
          </a:bodyPr>
          <a:lstStyle>
            <a:lvl1pPr algn="l">
              <a:defRPr sz="3200" b="1">
                <a:solidFill>
                  <a:srgbClr val="54145A"/>
                </a:solidFill>
                <a:latin typeface="Arial"/>
                <a:cs typeface="Arial"/>
              </a:defRPr>
            </a:lvl1pPr>
          </a:lstStyle>
          <a:p>
            <a:r>
              <a:rPr lang="en-US"/>
              <a:t>Click to edit Master title style</a:t>
            </a:r>
          </a:p>
        </p:txBody>
      </p:sp>
      <p:pic>
        <p:nvPicPr>
          <p:cNvPr id="7" name="Picture 6"/>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545986" y="6230447"/>
            <a:ext cx="1020673" cy="423471"/>
          </a:xfrm>
          <a:prstGeom prst="rect">
            <a:avLst/>
          </a:prstGeom>
        </p:spPr>
      </p:pic>
      <p:sp>
        <p:nvSpPr>
          <p:cNvPr id="10" name="Content Placeholder 3"/>
          <p:cNvSpPr>
            <a:spLocks noGrp="1"/>
          </p:cNvSpPr>
          <p:nvPr>
            <p:ph sz="quarter" idx="12"/>
          </p:nvPr>
        </p:nvSpPr>
        <p:spPr>
          <a:xfrm>
            <a:off x="828738" y="1632944"/>
            <a:ext cx="5076253" cy="3886200"/>
          </a:xfrm>
        </p:spPr>
        <p:txBody>
          <a:bodyPr lIns="0" tIns="0" rIns="0" bIns="0">
            <a:noAutofit/>
          </a:bodyPr>
          <a:lstStyle>
            <a:lvl1pPr marL="0" indent="0">
              <a:spcBef>
                <a:spcPts val="1067"/>
              </a:spcBef>
              <a:buNone/>
              <a:defRPr sz="2400">
                <a:solidFill>
                  <a:srgbClr val="002A41"/>
                </a:solidFill>
                <a:latin typeface="Arial"/>
                <a:cs typeface="Arial"/>
              </a:defRPr>
            </a:lvl1pPr>
            <a:lvl2pPr marL="383990" indent="-383990">
              <a:spcBef>
                <a:spcPts val="1067"/>
              </a:spcBef>
              <a:buClr>
                <a:srgbClr val="68246D"/>
              </a:buClr>
              <a:buFont typeface="Arial"/>
              <a:buChar char="•"/>
              <a:defRPr sz="2400">
                <a:solidFill>
                  <a:srgbClr val="002A41"/>
                </a:solidFill>
                <a:latin typeface="Arial"/>
                <a:cs typeface="Arial"/>
              </a:defRPr>
            </a:lvl2pPr>
            <a:lvl3pPr marL="767981" indent="-383990">
              <a:spcBef>
                <a:spcPts val="1067"/>
              </a:spcBef>
              <a:buFont typeface="Lucida Grande"/>
              <a:buChar char="–"/>
              <a:defRPr sz="2400">
                <a:solidFill>
                  <a:srgbClr val="002A41"/>
                </a:solidFill>
                <a:latin typeface="Arial"/>
                <a:cs typeface="Arial"/>
              </a:defRPr>
            </a:lvl3pPr>
            <a:lvl4pPr>
              <a:defRPr sz="2400">
                <a:latin typeface="Arial"/>
                <a:cs typeface="Arial"/>
              </a:defRPr>
            </a:lvl4pPr>
            <a:lvl5pPr>
              <a:defRPr sz="2400">
                <a:latin typeface="Arial"/>
                <a:cs typeface="Arial"/>
              </a:defRPr>
            </a:lvl5pPr>
          </a:lstStyle>
          <a:p>
            <a:pPr lvl="0"/>
            <a:r>
              <a:rPr lang="en-US"/>
              <a:t>Edit Master text styles</a:t>
            </a:r>
          </a:p>
          <a:p>
            <a:pPr lvl="1"/>
            <a:r>
              <a:rPr lang="en-US"/>
              <a:t>Second level</a:t>
            </a:r>
          </a:p>
          <a:p>
            <a:pPr lvl="2"/>
            <a:r>
              <a:rPr lang="en-US"/>
              <a:t>Third level</a:t>
            </a:r>
          </a:p>
        </p:txBody>
      </p:sp>
      <p:sp>
        <p:nvSpPr>
          <p:cNvPr id="12" name="Content Placeholder 3"/>
          <p:cNvSpPr>
            <a:spLocks noGrp="1"/>
          </p:cNvSpPr>
          <p:nvPr>
            <p:ph sz="quarter" idx="13"/>
          </p:nvPr>
        </p:nvSpPr>
        <p:spPr>
          <a:xfrm>
            <a:off x="6289002" y="1632944"/>
            <a:ext cx="5076253" cy="3886200"/>
          </a:xfrm>
        </p:spPr>
        <p:txBody>
          <a:bodyPr lIns="0" tIns="0" rIns="0" bIns="0">
            <a:noAutofit/>
          </a:bodyPr>
          <a:lstStyle>
            <a:lvl1pPr marL="0" indent="0">
              <a:spcBef>
                <a:spcPts val="1067"/>
              </a:spcBef>
              <a:buNone/>
              <a:defRPr sz="2400">
                <a:solidFill>
                  <a:srgbClr val="002A41"/>
                </a:solidFill>
                <a:latin typeface="Arial"/>
                <a:cs typeface="Arial"/>
              </a:defRPr>
            </a:lvl1pPr>
            <a:lvl2pPr marL="383990" indent="-383990">
              <a:spcBef>
                <a:spcPts val="1067"/>
              </a:spcBef>
              <a:buClr>
                <a:srgbClr val="68246D"/>
              </a:buClr>
              <a:buFont typeface="Arial"/>
              <a:buChar char="•"/>
              <a:defRPr sz="2400">
                <a:solidFill>
                  <a:srgbClr val="002A41"/>
                </a:solidFill>
                <a:latin typeface="Arial"/>
                <a:cs typeface="Arial"/>
              </a:defRPr>
            </a:lvl2pPr>
            <a:lvl3pPr marL="767981" indent="-383990">
              <a:spcBef>
                <a:spcPts val="1067"/>
              </a:spcBef>
              <a:buFont typeface="Lucida Grande"/>
              <a:buChar char="–"/>
              <a:defRPr sz="2400">
                <a:solidFill>
                  <a:srgbClr val="002A41"/>
                </a:solidFill>
                <a:latin typeface="Arial"/>
                <a:cs typeface="Arial"/>
              </a:defRPr>
            </a:lvl3pPr>
            <a:lvl4pPr>
              <a:defRPr sz="2400">
                <a:latin typeface="Arial"/>
                <a:cs typeface="Arial"/>
              </a:defRPr>
            </a:lvl4pPr>
            <a:lvl5pPr>
              <a:defRPr sz="2400">
                <a:latin typeface="Arial"/>
                <a:cs typeface="Arial"/>
              </a:defRPr>
            </a:lvl5pPr>
          </a:lstStyle>
          <a:p>
            <a:pPr lvl="0"/>
            <a:r>
              <a:rPr lang="en-US"/>
              <a:t>Edit Master text styles</a:t>
            </a:r>
          </a:p>
          <a:p>
            <a:pPr lvl="1"/>
            <a:r>
              <a:rPr lang="en-US"/>
              <a:t>Second level</a:t>
            </a:r>
          </a:p>
          <a:p>
            <a:pPr lvl="2"/>
            <a:r>
              <a:rPr lang="en-US"/>
              <a:t>Third level</a:t>
            </a:r>
          </a:p>
        </p:txBody>
      </p:sp>
    </p:spTree>
    <p:extLst>
      <p:ext uri="{BB962C8B-B14F-4D97-AF65-F5344CB8AC3E}">
        <p14:creationId xmlns:p14="http://schemas.microsoft.com/office/powerpoint/2010/main" val="27709163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Durham Text Slide - 3 col">
    <p:spTree>
      <p:nvGrpSpPr>
        <p:cNvPr id="1" name=""/>
        <p:cNvGrpSpPr/>
        <p:nvPr/>
      </p:nvGrpSpPr>
      <p:grpSpPr>
        <a:xfrm>
          <a:off x="0" y="0"/>
          <a:ext cx="0" cy="0"/>
          <a:chOff x="0" y="0"/>
          <a:chExt cx="0" cy="0"/>
        </a:xfrm>
      </p:grpSpPr>
      <p:sp>
        <p:nvSpPr>
          <p:cNvPr id="2" name="Title 1"/>
          <p:cNvSpPr>
            <a:spLocks noGrp="1"/>
          </p:cNvSpPr>
          <p:nvPr>
            <p:ph type="title"/>
          </p:nvPr>
        </p:nvSpPr>
        <p:spPr>
          <a:xfrm>
            <a:off x="828737" y="369979"/>
            <a:ext cx="10536517" cy="1143000"/>
          </a:xfrm>
        </p:spPr>
        <p:txBody>
          <a:bodyPr lIns="0" tIns="0" rIns="0" bIns="0" anchor="t">
            <a:noAutofit/>
          </a:bodyPr>
          <a:lstStyle>
            <a:lvl1pPr algn="l">
              <a:defRPr sz="3200" b="1">
                <a:solidFill>
                  <a:schemeClr val="tx2"/>
                </a:solidFill>
                <a:latin typeface="Arial"/>
                <a:cs typeface="Arial"/>
              </a:defRPr>
            </a:lvl1pPr>
          </a:lstStyle>
          <a:p>
            <a:r>
              <a:rPr lang="en-US"/>
              <a:t>Click to edit Master title style</a:t>
            </a:r>
          </a:p>
        </p:txBody>
      </p:sp>
      <p:pic>
        <p:nvPicPr>
          <p:cNvPr id="7" name="Picture 6"/>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545986" y="6230447"/>
            <a:ext cx="1020673" cy="423471"/>
          </a:xfrm>
          <a:prstGeom prst="rect">
            <a:avLst/>
          </a:prstGeom>
        </p:spPr>
      </p:pic>
      <p:sp>
        <p:nvSpPr>
          <p:cNvPr id="12" name="Content Placeholder 3"/>
          <p:cNvSpPr>
            <a:spLocks noGrp="1"/>
          </p:cNvSpPr>
          <p:nvPr>
            <p:ph sz="quarter" idx="13"/>
          </p:nvPr>
        </p:nvSpPr>
        <p:spPr>
          <a:xfrm>
            <a:off x="828738" y="1632944"/>
            <a:ext cx="3246737" cy="3886200"/>
          </a:xfrm>
        </p:spPr>
        <p:txBody>
          <a:bodyPr lIns="0" tIns="0" rIns="0" bIns="0">
            <a:noAutofit/>
          </a:bodyPr>
          <a:lstStyle>
            <a:lvl1pPr marL="0" indent="0">
              <a:spcBef>
                <a:spcPts val="533"/>
              </a:spcBef>
              <a:buNone/>
              <a:defRPr sz="1867">
                <a:solidFill>
                  <a:srgbClr val="002A41"/>
                </a:solidFill>
                <a:latin typeface="Arial"/>
                <a:cs typeface="Arial"/>
              </a:defRPr>
            </a:lvl1pPr>
            <a:lvl2pPr marL="383990" indent="-383990">
              <a:spcBef>
                <a:spcPts val="533"/>
              </a:spcBef>
              <a:buClr>
                <a:srgbClr val="68246D"/>
              </a:buClr>
              <a:buFont typeface="Arial"/>
              <a:buChar char="•"/>
              <a:defRPr sz="1867">
                <a:solidFill>
                  <a:srgbClr val="002A41"/>
                </a:solidFill>
                <a:latin typeface="Arial"/>
                <a:cs typeface="Arial"/>
              </a:defRPr>
            </a:lvl2pPr>
            <a:lvl3pPr marL="767981" indent="-383990">
              <a:spcBef>
                <a:spcPts val="533"/>
              </a:spcBef>
              <a:buFont typeface="Lucida Grande"/>
              <a:buChar char="–"/>
              <a:defRPr sz="1867">
                <a:solidFill>
                  <a:srgbClr val="002A41"/>
                </a:solidFill>
                <a:latin typeface="Arial"/>
                <a:cs typeface="Arial"/>
              </a:defRPr>
            </a:lvl3pPr>
            <a:lvl4pPr>
              <a:defRPr sz="2400">
                <a:latin typeface="Arial"/>
                <a:cs typeface="Arial"/>
              </a:defRPr>
            </a:lvl4pPr>
            <a:lvl5pPr>
              <a:defRPr sz="2400">
                <a:latin typeface="Arial"/>
                <a:cs typeface="Arial"/>
              </a:defRPr>
            </a:lvl5pPr>
          </a:lstStyle>
          <a:p>
            <a:pPr lvl="0"/>
            <a:r>
              <a:rPr lang="en-US"/>
              <a:t>Edit Master text styles</a:t>
            </a:r>
          </a:p>
          <a:p>
            <a:pPr lvl="1"/>
            <a:r>
              <a:rPr lang="en-US"/>
              <a:t>Second level</a:t>
            </a:r>
          </a:p>
          <a:p>
            <a:pPr lvl="2"/>
            <a:r>
              <a:rPr lang="en-US"/>
              <a:t>Third level</a:t>
            </a:r>
          </a:p>
        </p:txBody>
      </p:sp>
      <p:sp>
        <p:nvSpPr>
          <p:cNvPr id="14" name="Content Placeholder 3"/>
          <p:cNvSpPr>
            <a:spLocks noGrp="1"/>
          </p:cNvSpPr>
          <p:nvPr>
            <p:ph sz="quarter" idx="14"/>
          </p:nvPr>
        </p:nvSpPr>
        <p:spPr>
          <a:xfrm>
            <a:off x="4473629" y="1632944"/>
            <a:ext cx="3246737" cy="3886200"/>
          </a:xfrm>
        </p:spPr>
        <p:txBody>
          <a:bodyPr lIns="0" tIns="0" rIns="0" bIns="0">
            <a:noAutofit/>
          </a:bodyPr>
          <a:lstStyle>
            <a:lvl1pPr marL="0" indent="0">
              <a:spcBef>
                <a:spcPts val="533"/>
              </a:spcBef>
              <a:buNone/>
              <a:defRPr sz="1867">
                <a:solidFill>
                  <a:srgbClr val="002A41"/>
                </a:solidFill>
                <a:latin typeface="Arial"/>
                <a:cs typeface="Arial"/>
              </a:defRPr>
            </a:lvl1pPr>
            <a:lvl2pPr marL="383990" indent="-383990">
              <a:spcBef>
                <a:spcPts val="533"/>
              </a:spcBef>
              <a:buClr>
                <a:srgbClr val="68246D"/>
              </a:buClr>
              <a:buFont typeface="Arial"/>
              <a:buChar char="•"/>
              <a:defRPr sz="1867">
                <a:solidFill>
                  <a:srgbClr val="002A41"/>
                </a:solidFill>
                <a:latin typeface="Arial"/>
                <a:cs typeface="Arial"/>
              </a:defRPr>
            </a:lvl2pPr>
            <a:lvl3pPr marL="767981" indent="-383990">
              <a:spcBef>
                <a:spcPts val="533"/>
              </a:spcBef>
              <a:buFont typeface="Lucida Grande"/>
              <a:buChar char="–"/>
              <a:defRPr sz="1867">
                <a:solidFill>
                  <a:srgbClr val="002A41"/>
                </a:solidFill>
                <a:latin typeface="Arial"/>
                <a:cs typeface="Arial"/>
              </a:defRPr>
            </a:lvl3pPr>
            <a:lvl4pPr>
              <a:defRPr sz="2400">
                <a:latin typeface="Arial"/>
                <a:cs typeface="Arial"/>
              </a:defRPr>
            </a:lvl4pPr>
            <a:lvl5pPr>
              <a:defRPr sz="2400">
                <a:latin typeface="Arial"/>
                <a:cs typeface="Arial"/>
              </a:defRPr>
            </a:lvl5pPr>
          </a:lstStyle>
          <a:p>
            <a:pPr lvl="0"/>
            <a:r>
              <a:rPr lang="en-US"/>
              <a:t>Edit Master text styles</a:t>
            </a:r>
          </a:p>
          <a:p>
            <a:pPr lvl="1"/>
            <a:r>
              <a:rPr lang="en-US"/>
              <a:t>Second level</a:t>
            </a:r>
          </a:p>
          <a:p>
            <a:pPr lvl="2"/>
            <a:r>
              <a:rPr lang="en-US"/>
              <a:t>Third level</a:t>
            </a:r>
          </a:p>
        </p:txBody>
      </p:sp>
      <p:sp>
        <p:nvSpPr>
          <p:cNvPr id="15" name="Content Placeholder 3"/>
          <p:cNvSpPr>
            <a:spLocks noGrp="1"/>
          </p:cNvSpPr>
          <p:nvPr>
            <p:ph sz="quarter" idx="15"/>
          </p:nvPr>
        </p:nvSpPr>
        <p:spPr>
          <a:xfrm>
            <a:off x="8118518" y="1632944"/>
            <a:ext cx="3246737" cy="3886200"/>
          </a:xfrm>
        </p:spPr>
        <p:txBody>
          <a:bodyPr lIns="0" tIns="0" rIns="0" bIns="0">
            <a:noAutofit/>
          </a:bodyPr>
          <a:lstStyle>
            <a:lvl1pPr marL="0" indent="0">
              <a:spcBef>
                <a:spcPts val="533"/>
              </a:spcBef>
              <a:buNone/>
              <a:defRPr sz="1867">
                <a:solidFill>
                  <a:srgbClr val="002A41"/>
                </a:solidFill>
                <a:latin typeface="Arial"/>
                <a:cs typeface="Arial"/>
              </a:defRPr>
            </a:lvl1pPr>
            <a:lvl2pPr marL="383990" indent="-383990">
              <a:spcBef>
                <a:spcPts val="533"/>
              </a:spcBef>
              <a:buClr>
                <a:srgbClr val="68246D"/>
              </a:buClr>
              <a:buFont typeface="Arial"/>
              <a:buChar char="•"/>
              <a:defRPr sz="1867">
                <a:solidFill>
                  <a:srgbClr val="002A41"/>
                </a:solidFill>
                <a:latin typeface="Arial"/>
                <a:cs typeface="Arial"/>
              </a:defRPr>
            </a:lvl2pPr>
            <a:lvl3pPr marL="767981" indent="-383990">
              <a:spcBef>
                <a:spcPts val="533"/>
              </a:spcBef>
              <a:buFont typeface="Lucida Grande"/>
              <a:buChar char="–"/>
              <a:defRPr sz="1867">
                <a:solidFill>
                  <a:srgbClr val="002A41"/>
                </a:solidFill>
                <a:latin typeface="Arial"/>
                <a:cs typeface="Arial"/>
              </a:defRPr>
            </a:lvl3pPr>
            <a:lvl4pPr>
              <a:defRPr sz="2400">
                <a:latin typeface="Arial"/>
                <a:cs typeface="Arial"/>
              </a:defRPr>
            </a:lvl4pPr>
            <a:lvl5pPr>
              <a:defRPr sz="2400">
                <a:latin typeface="Arial"/>
                <a:cs typeface="Arial"/>
              </a:defRPr>
            </a:lvl5pPr>
          </a:lstStyle>
          <a:p>
            <a:pPr lvl="0"/>
            <a:r>
              <a:rPr lang="en-US"/>
              <a:t>Edit Master text styles</a:t>
            </a:r>
          </a:p>
          <a:p>
            <a:pPr lvl="1"/>
            <a:r>
              <a:rPr lang="en-US"/>
              <a:t>Second level</a:t>
            </a:r>
          </a:p>
          <a:p>
            <a:pPr lvl="2"/>
            <a:r>
              <a:rPr lang="en-US"/>
              <a:t>Third level</a:t>
            </a:r>
          </a:p>
        </p:txBody>
      </p:sp>
    </p:spTree>
    <p:extLst>
      <p:ext uri="{BB962C8B-B14F-4D97-AF65-F5344CB8AC3E}">
        <p14:creationId xmlns:p14="http://schemas.microsoft.com/office/powerpoint/2010/main" val="35477062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Durham Breaker Slide">
    <p:bg>
      <p:bgPr>
        <a:solidFill>
          <a:srgbClr val="A5C8D0"/>
        </a:solidFill>
        <a:effectLst/>
      </p:bgPr>
    </p:bg>
    <p:spTree>
      <p:nvGrpSpPr>
        <p:cNvPr id="1" name=""/>
        <p:cNvGrpSpPr/>
        <p:nvPr/>
      </p:nvGrpSpPr>
      <p:grpSpPr>
        <a:xfrm>
          <a:off x="0" y="0"/>
          <a:ext cx="0" cy="0"/>
          <a:chOff x="0" y="0"/>
          <a:chExt cx="0" cy="0"/>
        </a:xfrm>
      </p:grpSpPr>
      <p:pic>
        <p:nvPicPr>
          <p:cNvPr id="11" name="Picture 10"/>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545986" y="6230447"/>
            <a:ext cx="1020673" cy="423471"/>
          </a:xfrm>
          <a:prstGeom prst="rect">
            <a:avLst/>
          </a:prstGeom>
        </p:spPr>
      </p:pic>
      <p:sp>
        <p:nvSpPr>
          <p:cNvPr id="6" name="Content Placeholder 3"/>
          <p:cNvSpPr>
            <a:spLocks noGrp="1"/>
          </p:cNvSpPr>
          <p:nvPr>
            <p:ph sz="quarter" idx="11"/>
          </p:nvPr>
        </p:nvSpPr>
        <p:spPr>
          <a:xfrm>
            <a:off x="2844658" y="1632944"/>
            <a:ext cx="6891867" cy="3886200"/>
          </a:xfrm>
        </p:spPr>
        <p:txBody>
          <a:bodyPr lIns="0" tIns="0" rIns="0" bIns="0">
            <a:noAutofit/>
          </a:bodyPr>
          <a:lstStyle>
            <a:lvl1pPr marL="0" indent="0">
              <a:spcBef>
                <a:spcPts val="1333"/>
              </a:spcBef>
              <a:buNone/>
              <a:defRPr sz="3200">
                <a:solidFill>
                  <a:srgbClr val="54145A"/>
                </a:solidFill>
                <a:latin typeface="Arial"/>
                <a:cs typeface="Arial"/>
              </a:defRPr>
            </a:lvl1pPr>
            <a:lvl2pPr marL="383990" indent="-383990">
              <a:spcBef>
                <a:spcPts val="1333"/>
              </a:spcBef>
              <a:buClr>
                <a:srgbClr val="68246D"/>
              </a:buClr>
              <a:buFont typeface="Arial"/>
              <a:buChar char="•"/>
              <a:defRPr sz="3200">
                <a:solidFill>
                  <a:srgbClr val="54145A"/>
                </a:solidFill>
                <a:latin typeface="Arial"/>
                <a:cs typeface="Arial"/>
              </a:defRPr>
            </a:lvl2pPr>
            <a:lvl3pPr marL="767981" indent="-383990">
              <a:spcBef>
                <a:spcPts val="1333"/>
              </a:spcBef>
              <a:buFont typeface="Lucida Grande"/>
              <a:buChar char="–"/>
              <a:defRPr sz="3200">
                <a:solidFill>
                  <a:srgbClr val="54145A"/>
                </a:solidFill>
                <a:latin typeface="Arial"/>
                <a:cs typeface="Arial"/>
              </a:defRPr>
            </a:lvl3pPr>
            <a:lvl4pPr>
              <a:defRPr sz="2400">
                <a:latin typeface="Arial"/>
                <a:cs typeface="Arial"/>
              </a:defRPr>
            </a:lvl4pPr>
            <a:lvl5pPr>
              <a:defRPr sz="2400">
                <a:latin typeface="Arial"/>
                <a:cs typeface="Arial"/>
              </a:defRPr>
            </a:lvl5pPr>
          </a:lstStyle>
          <a:p>
            <a:pPr lvl="0"/>
            <a:r>
              <a:rPr lang="en-US"/>
              <a:t>Edit Master text styles</a:t>
            </a:r>
          </a:p>
          <a:p>
            <a:pPr lvl="1"/>
            <a:r>
              <a:rPr lang="en-US"/>
              <a:t>Second level</a:t>
            </a:r>
          </a:p>
          <a:p>
            <a:pPr lvl="2"/>
            <a:r>
              <a:rPr lang="en-US"/>
              <a:t>Third level</a:t>
            </a:r>
          </a:p>
        </p:txBody>
      </p:sp>
    </p:spTree>
    <p:extLst>
      <p:ext uri="{BB962C8B-B14F-4D97-AF65-F5344CB8AC3E}">
        <p14:creationId xmlns:p14="http://schemas.microsoft.com/office/powerpoint/2010/main" val="294674073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obj" preserve="1">
  <p:cSld name="Title Slide">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6705600" y="4114798"/>
            <a:ext cx="1379855" cy="1371600"/>
          </a:xfrm>
          <a:custGeom>
            <a:avLst/>
            <a:gdLst/>
            <a:ahLst/>
            <a:cxnLst/>
            <a:rect l="l" t="t" r="r" b="b"/>
            <a:pathLst>
              <a:path w="1379854" h="1371600">
                <a:moveTo>
                  <a:pt x="1371600" y="0"/>
                </a:moveTo>
                <a:lnTo>
                  <a:pt x="0" y="1"/>
                </a:lnTo>
                <a:lnTo>
                  <a:pt x="1143" y="56376"/>
                </a:lnTo>
                <a:lnTo>
                  <a:pt x="3900" y="104096"/>
                </a:lnTo>
                <a:lnTo>
                  <a:pt x="8267" y="151363"/>
                </a:lnTo>
                <a:lnTo>
                  <a:pt x="14218" y="198148"/>
                </a:lnTo>
                <a:lnTo>
                  <a:pt x="21725" y="244427"/>
                </a:lnTo>
                <a:lnTo>
                  <a:pt x="30761" y="290170"/>
                </a:lnTo>
                <a:lnTo>
                  <a:pt x="41298" y="335352"/>
                </a:lnTo>
                <a:lnTo>
                  <a:pt x="53309" y="379944"/>
                </a:lnTo>
                <a:lnTo>
                  <a:pt x="66767" y="423921"/>
                </a:lnTo>
                <a:lnTo>
                  <a:pt x="81645" y="467255"/>
                </a:lnTo>
                <a:lnTo>
                  <a:pt x="97914" y="509919"/>
                </a:lnTo>
                <a:lnTo>
                  <a:pt x="115548" y="551886"/>
                </a:lnTo>
                <a:lnTo>
                  <a:pt x="134519" y="593129"/>
                </a:lnTo>
                <a:lnTo>
                  <a:pt x="154800" y="633622"/>
                </a:lnTo>
                <a:lnTo>
                  <a:pt x="176363" y="673336"/>
                </a:lnTo>
                <a:lnTo>
                  <a:pt x="199182" y="712244"/>
                </a:lnTo>
                <a:lnTo>
                  <a:pt x="223228" y="750321"/>
                </a:lnTo>
                <a:lnTo>
                  <a:pt x="248475" y="787539"/>
                </a:lnTo>
                <a:lnTo>
                  <a:pt x="274895" y="823870"/>
                </a:lnTo>
                <a:lnTo>
                  <a:pt x="302461" y="859288"/>
                </a:lnTo>
                <a:lnTo>
                  <a:pt x="331145" y="893766"/>
                </a:lnTo>
                <a:lnTo>
                  <a:pt x="360920" y="927276"/>
                </a:lnTo>
                <a:lnTo>
                  <a:pt x="391759" y="959792"/>
                </a:lnTo>
                <a:lnTo>
                  <a:pt x="423633" y="991287"/>
                </a:lnTo>
                <a:lnTo>
                  <a:pt x="456517" y="1021733"/>
                </a:lnTo>
                <a:lnTo>
                  <a:pt x="490383" y="1051104"/>
                </a:lnTo>
                <a:lnTo>
                  <a:pt x="525202" y="1079372"/>
                </a:lnTo>
                <a:lnTo>
                  <a:pt x="560948" y="1106511"/>
                </a:lnTo>
                <a:lnTo>
                  <a:pt x="597594" y="1132493"/>
                </a:lnTo>
                <a:lnTo>
                  <a:pt x="635112" y="1157291"/>
                </a:lnTo>
                <a:lnTo>
                  <a:pt x="673474" y="1180879"/>
                </a:lnTo>
                <a:lnTo>
                  <a:pt x="712654" y="1203229"/>
                </a:lnTo>
                <a:lnTo>
                  <a:pt x="752624" y="1224315"/>
                </a:lnTo>
                <a:lnTo>
                  <a:pt x="793356" y="1244109"/>
                </a:lnTo>
                <a:lnTo>
                  <a:pt x="834824" y="1262584"/>
                </a:lnTo>
                <a:lnTo>
                  <a:pt x="877000" y="1279713"/>
                </a:lnTo>
                <a:lnTo>
                  <a:pt x="919856" y="1295469"/>
                </a:lnTo>
                <a:lnTo>
                  <a:pt x="963365" y="1309825"/>
                </a:lnTo>
                <a:lnTo>
                  <a:pt x="1007500" y="1322754"/>
                </a:lnTo>
                <a:lnTo>
                  <a:pt x="1052234" y="1334230"/>
                </a:lnTo>
                <a:lnTo>
                  <a:pt x="1097539" y="1344224"/>
                </a:lnTo>
                <a:lnTo>
                  <a:pt x="1143387" y="1352711"/>
                </a:lnTo>
                <a:lnTo>
                  <a:pt x="1189752" y="1359662"/>
                </a:lnTo>
                <a:lnTo>
                  <a:pt x="1236606" y="1365051"/>
                </a:lnTo>
                <a:lnTo>
                  <a:pt x="1283921" y="1368851"/>
                </a:lnTo>
                <a:lnTo>
                  <a:pt x="1331671" y="1371035"/>
                </a:lnTo>
                <a:lnTo>
                  <a:pt x="1379828" y="1371575"/>
                </a:lnTo>
                <a:lnTo>
                  <a:pt x="1371600" y="0"/>
                </a:lnTo>
                <a:close/>
              </a:path>
            </a:pathLst>
          </a:custGeom>
          <a:solidFill>
            <a:srgbClr val="565F6F"/>
          </a:solidFill>
        </p:spPr>
        <p:txBody>
          <a:bodyPr wrap="square" lIns="0" tIns="0" rIns="0" bIns="0" rtlCol="0"/>
          <a:lstStyle/>
          <a:p>
            <a:endParaRPr/>
          </a:p>
        </p:txBody>
      </p:sp>
      <p:sp>
        <p:nvSpPr>
          <p:cNvPr id="17" name="bg object 17"/>
          <p:cNvSpPr/>
          <p:nvPr/>
        </p:nvSpPr>
        <p:spPr>
          <a:xfrm>
            <a:off x="8077200" y="0"/>
            <a:ext cx="4114800" cy="6858000"/>
          </a:xfrm>
          <a:custGeom>
            <a:avLst/>
            <a:gdLst/>
            <a:ahLst/>
            <a:cxnLst/>
            <a:rect l="l" t="t" r="r" b="b"/>
            <a:pathLst>
              <a:path w="4114800" h="6858000">
                <a:moveTo>
                  <a:pt x="4114749" y="4098340"/>
                </a:moveTo>
                <a:lnTo>
                  <a:pt x="2743200" y="4106570"/>
                </a:lnTo>
                <a:lnTo>
                  <a:pt x="2743200" y="2743200"/>
                </a:lnTo>
                <a:lnTo>
                  <a:pt x="1371600" y="2743200"/>
                </a:lnTo>
                <a:lnTo>
                  <a:pt x="0" y="2743200"/>
                </a:lnTo>
                <a:lnTo>
                  <a:pt x="0" y="4114800"/>
                </a:lnTo>
                <a:lnTo>
                  <a:pt x="1371600" y="4114800"/>
                </a:lnTo>
                <a:lnTo>
                  <a:pt x="1371600" y="5486400"/>
                </a:lnTo>
                <a:lnTo>
                  <a:pt x="0" y="5486400"/>
                </a:lnTo>
                <a:lnTo>
                  <a:pt x="0" y="6858000"/>
                </a:lnTo>
                <a:lnTo>
                  <a:pt x="1371600" y="6858000"/>
                </a:lnTo>
                <a:lnTo>
                  <a:pt x="1436306" y="6857251"/>
                </a:lnTo>
                <a:lnTo>
                  <a:pt x="1484350" y="6855714"/>
                </a:lnTo>
                <a:lnTo>
                  <a:pt x="1532178" y="6853364"/>
                </a:lnTo>
                <a:lnTo>
                  <a:pt x="1579791" y="6850202"/>
                </a:lnTo>
                <a:lnTo>
                  <a:pt x="1627174" y="6846240"/>
                </a:lnTo>
                <a:lnTo>
                  <a:pt x="1674317" y="6841464"/>
                </a:lnTo>
                <a:lnTo>
                  <a:pt x="1721231" y="6835915"/>
                </a:lnTo>
                <a:lnTo>
                  <a:pt x="1767890" y="6829565"/>
                </a:lnTo>
                <a:lnTo>
                  <a:pt x="1814296" y="6822453"/>
                </a:lnTo>
                <a:lnTo>
                  <a:pt x="1860448" y="6814553"/>
                </a:lnTo>
                <a:lnTo>
                  <a:pt x="1906320" y="6805892"/>
                </a:lnTo>
                <a:lnTo>
                  <a:pt x="1951939" y="6796481"/>
                </a:lnTo>
                <a:lnTo>
                  <a:pt x="1997252" y="6786321"/>
                </a:lnTo>
                <a:lnTo>
                  <a:pt x="2042299" y="6775412"/>
                </a:lnTo>
                <a:lnTo>
                  <a:pt x="2087041" y="6763766"/>
                </a:lnTo>
                <a:lnTo>
                  <a:pt x="2131479" y="6751383"/>
                </a:lnTo>
                <a:lnTo>
                  <a:pt x="2175611" y="6738290"/>
                </a:lnTo>
                <a:lnTo>
                  <a:pt x="2219439" y="6724472"/>
                </a:lnTo>
                <a:lnTo>
                  <a:pt x="2262936" y="6709943"/>
                </a:lnTo>
                <a:lnTo>
                  <a:pt x="2306104" y="6694716"/>
                </a:lnTo>
                <a:lnTo>
                  <a:pt x="2348941" y="6678790"/>
                </a:lnTo>
                <a:lnTo>
                  <a:pt x="2391435" y="6662179"/>
                </a:lnTo>
                <a:lnTo>
                  <a:pt x="2433574" y="6644881"/>
                </a:lnTo>
                <a:lnTo>
                  <a:pt x="2475369" y="6626911"/>
                </a:lnTo>
                <a:lnTo>
                  <a:pt x="2516797" y="6608267"/>
                </a:lnTo>
                <a:lnTo>
                  <a:pt x="2557856" y="6588963"/>
                </a:lnTo>
                <a:lnTo>
                  <a:pt x="2598534" y="6569011"/>
                </a:lnTo>
                <a:lnTo>
                  <a:pt x="2638831" y="6548399"/>
                </a:lnTo>
                <a:lnTo>
                  <a:pt x="2678747" y="6527152"/>
                </a:lnTo>
                <a:lnTo>
                  <a:pt x="2718270" y="6505283"/>
                </a:lnTo>
                <a:lnTo>
                  <a:pt x="2757373" y="6482766"/>
                </a:lnTo>
                <a:lnTo>
                  <a:pt x="2796082" y="6459639"/>
                </a:lnTo>
                <a:lnTo>
                  <a:pt x="2834373" y="6435903"/>
                </a:lnTo>
                <a:lnTo>
                  <a:pt x="2872232" y="6411544"/>
                </a:lnTo>
                <a:lnTo>
                  <a:pt x="2909671" y="6386601"/>
                </a:lnTo>
                <a:lnTo>
                  <a:pt x="2946666" y="6361049"/>
                </a:lnTo>
                <a:lnTo>
                  <a:pt x="2983230" y="6334925"/>
                </a:lnTo>
                <a:lnTo>
                  <a:pt x="3019336" y="6308217"/>
                </a:lnTo>
                <a:lnTo>
                  <a:pt x="3054985" y="6280937"/>
                </a:lnTo>
                <a:lnTo>
                  <a:pt x="3090164" y="6253086"/>
                </a:lnTo>
                <a:lnTo>
                  <a:pt x="3124885" y="6224676"/>
                </a:lnTo>
                <a:lnTo>
                  <a:pt x="3159125" y="6195720"/>
                </a:lnTo>
                <a:lnTo>
                  <a:pt x="3192881" y="6166205"/>
                </a:lnTo>
                <a:lnTo>
                  <a:pt x="3226143" y="6136170"/>
                </a:lnTo>
                <a:lnTo>
                  <a:pt x="3258909" y="6105588"/>
                </a:lnTo>
                <a:lnTo>
                  <a:pt x="3291179" y="6074486"/>
                </a:lnTo>
                <a:lnTo>
                  <a:pt x="3322929" y="6042863"/>
                </a:lnTo>
                <a:lnTo>
                  <a:pt x="3354171" y="6010732"/>
                </a:lnTo>
                <a:lnTo>
                  <a:pt x="3384880" y="5978106"/>
                </a:lnTo>
                <a:lnTo>
                  <a:pt x="3415055" y="5944971"/>
                </a:lnTo>
                <a:lnTo>
                  <a:pt x="3444710" y="5911342"/>
                </a:lnTo>
                <a:lnTo>
                  <a:pt x="3473805" y="5877242"/>
                </a:lnTo>
                <a:lnTo>
                  <a:pt x="3502355" y="5842660"/>
                </a:lnTo>
                <a:lnTo>
                  <a:pt x="3530333" y="5807595"/>
                </a:lnTo>
                <a:lnTo>
                  <a:pt x="3557765" y="5772086"/>
                </a:lnTo>
                <a:lnTo>
                  <a:pt x="3584613" y="5736107"/>
                </a:lnTo>
                <a:lnTo>
                  <a:pt x="3610889" y="5699684"/>
                </a:lnTo>
                <a:lnTo>
                  <a:pt x="3636581" y="5662815"/>
                </a:lnTo>
                <a:lnTo>
                  <a:pt x="3661676" y="5625516"/>
                </a:lnTo>
                <a:lnTo>
                  <a:pt x="3686175" y="5587784"/>
                </a:lnTo>
                <a:lnTo>
                  <a:pt x="3710076" y="5549620"/>
                </a:lnTo>
                <a:lnTo>
                  <a:pt x="3733355" y="5511050"/>
                </a:lnTo>
                <a:lnTo>
                  <a:pt x="3756012" y="5472074"/>
                </a:lnTo>
                <a:lnTo>
                  <a:pt x="3778059" y="5432691"/>
                </a:lnTo>
                <a:lnTo>
                  <a:pt x="3799459" y="5392915"/>
                </a:lnTo>
                <a:lnTo>
                  <a:pt x="3820223" y="5352758"/>
                </a:lnTo>
                <a:lnTo>
                  <a:pt x="3840340" y="5312207"/>
                </a:lnTo>
                <a:lnTo>
                  <a:pt x="3859809" y="5271287"/>
                </a:lnTo>
                <a:lnTo>
                  <a:pt x="3878618" y="5229999"/>
                </a:lnTo>
                <a:lnTo>
                  <a:pt x="3896766" y="5188356"/>
                </a:lnTo>
                <a:lnTo>
                  <a:pt x="3914229" y="5146357"/>
                </a:lnTo>
                <a:lnTo>
                  <a:pt x="3931018" y="5104003"/>
                </a:lnTo>
                <a:lnTo>
                  <a:pt x="3947122" y="5061318"/>
                </a:lnTo>
                <a:lnTo>
                  <a:pt x="3962527" y="5018290"/>
                </a:lnTo>
                <a:lnTo>
                  <a:pt x="3977246" y="4974945"/>
                </a:lnTo>
                <a:lnTo>
                  <a:pt x="3991241" y="4931270"/>
                </a:lnTo>
                <a:lnTo>
                  <a:pt x="4004538" y="4887290"/>
                </a:lnTo>
                <a:lnTo>
                  <a:pt x="4017099" y="4843005"/>
                </a:lnTo>
                <a:lnTo>
                  <a:pt x="4028948" y="4798415"/>
                </a:lnTo>
                <a:lnTo>
                  <a:pt x="4040060" y="4753534"/>
                </a:lnTo>
                <a:lnTo>
                  <a:pt x="4050423" y="4708372"/>
                </a:lnTo>
                <a:lnTo>
                  <a:pt x="4060037" y="4662932"/>
                </a:lnTo>
                <a:lnTo>
                  <a:pt x="4068915" y="4617212"/>
                </a:lnTo>
                <a:lnTo>
                  <a:pt x="4077017" y="4571225"/>
                </a:lnTo>
                <a:lnTo>
                  <a:pt x="4084358" y="4524984"/>
                </a:lnTo>
                <a:lnTo>
                  <a:pt x="4090924" y="4478502"/>
                </a:lnTo>
                <a:lnTo>
                  <a:pt x="4096702" y="4431766"/>
                </a:lnTo>
                <a:lnTo>
                  <a:pt x="4101693" y="4384789"/>
                </a:lnTo>
                <a:lnTo>
                  <a:pt x="4105897" y="4337583"/>
                </a:lnTo>
                <a:lnTo>
                  <a:pt x="4109301" y="4290161"/>
                </a:lnTo>
                <a:lnTo>
                  <a:pt x="4111891" y="4242511"/>
                </a:lnTo>
                <a:lnTo>
                  <a:pt x="4113669" y="4194657"/>
                </a:lnTo>
                <a:lnTo>
                  <a:pt x="4114622" y="4146600"/>
                </a:lnTo>
                <a:lnTo>
                  <a:pt x="4114749" y="4098340"/>
                </a:lnTo>
                <a:close/>
              </a:path>
              <a:path w="4114800" h="6858000">
                <a:moveTo>
                  <a:pt x="4114800" y="0"/>
                </a:moveTo>
                <a:lnTo>
                  <a:pt x="2743200" y="0"/>
                </a:lnTo>
                <a:lnTo>
                  <a:pt x="1371600" y="0"/>
                </a:lnTo>
                <a:lnTo>
                  <a:pt x="1371600" y="1371600"/>
                </a:lnTo>
                <a:lnTo>
                  <a:pt x="2743200" y="1371600"/>
                </a:lnTo>
                <a:lnTo>
                  <a:pt x="2743200" y="2743200"/>
                </a:lnTo>
                <a:lnTo>
                  <a:pt x="4114800" y="2743200"/>
                </a:lnTo>
                <a:lnTo>
                  <a:pt x="4114800" y="1371600"/>
                </a:lnTo>
                <a:lnTo>
                  <a:pt x="4114800" y="0"/>
                </a:lnTo>
                <a:close/>
              </a:path>
            </a:pathLst>
          </a:custGeom>
          <a:solidFill>
            <a:srgbClr val="565F6F"/>
          </a:solidFill>
        </p:spPr>
        <p:txBody>
          <a:bodyPr wrap="square" lIns="0" tIns="0" rIns="0" bIns="0" rtlCol="0"/>
          <a:lstStyle/>
          <a:p>
            <a:endParaRPr/>
          </a:p>
        </p:txBody>
      </p:sp>
      <p:sp>
        <p:nvSpPr>
          <p:cNvPr id="2" name="Holder 2"/>
          <p:cNvSpPr>
            <a:spLocks noGrp="1"/>
          </p:cNvSpPr>
          <p:nvPr>
            <p:ph type="ctrTitle"/>
          </p:nvPr>
        </p:nvSpPr>
        <p:spPr>
          <a:xfrm>
            <a:off x="383540" y="1599691"/>
            <a:ext cx="3837304" cy="756919"/>
          </a:xfrm>
          <a:prstGeom prst="rect">
            <a:avLst/>
          </a:prstGeom>
        </p:spPr>
        <p:txBody>
          <a:bodyPr wrap="square" lIns="0" tIns="0" rIns="0" bIns="0">
            <a:spAutoFit/>
          </a:bodyPr>
          <a:lstStyle>
            <a:lvl1pPr>
              <a:defRPr sz="2000" b="0" i="0">
                <a:solidFill>
                  <a:srgbClr val="565F6F"/>
                </a:solidFill>
                <a:latin typeface="Calibri"/>
                <a:cs typeface="Calibri"/>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sz="2400" b="0" i="0">
                <a:solidFill>
                  <a:srgbClr val="2F3442"/>
                </a:solidFill>
                <a:latin typeface="Calibri"/>
                <a:cs typeface="Calibri"/>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1/8/2026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20842376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000" b="0" i="0">
                <a:solidFill>
                  <a:srgbClr val="565F6F"/>
                </a:solidFill>
                <a:latin typeface="Calibri"/>
                <a:cs typeface="Calibri"/>
              </a:defRPr>
            </a:lvl1pPr>
          </a:lstStyle>
          <a:p>
            <a:endParaRPr/>
          </a:p>
        </p:txBody>
      </p:sp>
      <p:sp>
        <p:nvSpPr>
          <p:cNvPr id="3" name="Holder 3"/>
          <p:cNvSpPr>
            <a:spLocks noGrp="1"/>
          </p:cNvSpPr>
          <p:nvPr>
            <p:ph type="body" idx="1"/>
          </p:nvPr>
        </p:nvSpPr>
        <p:spPr/>
        <p:txBody>
          <a:bodyPr lIns="0" tIns="0" rIns="0" bIns="0"/>
          <a:lstStyle>
            <a:lvl1pPr>
              <a:defRPr sz="2400" b="0" i="0">
                <a:solidFill>
                  <a:srgbClr val="2F3442"/>
                </a:solidFill>
                <a:latin typeface="Calibri"/>
                <a:cs typeface="Calibri"/>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1/8/2026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67668794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3407190" y="2443921"/>
            <a:ext cx="1009650" cy="254000"/>
          </a:xfrm>
          <a:prstGeom prst="rect">
            <a:avLst/>
          </a:prstGeom>
        </p:spPr>
      </p:pic>
      <p:pic>
        <p:nvPicPr>
          <p:cNvPr id="17" name="bg object 17"/>
          <p:cNvPicPr/>
          <p:nvPr/>
        </p:nvPicPr>
        <p:blipFill>
          <a:blip r:embed="rId3" cstate="print"/>
          <a:stretch>
            <a:fillRect/>
          </a:stretch>
        </p:blipFill>
        <p:spPr>
          <a:xfrm>
            <a:off x="9296400" y="2431221"/>
            <a:ext cx="831849" cy="254000"/>
          </a:xfrm>
          <a:prstGeom prst="rect">
            <a:avLst/>
          </a:prstGeom>
        </p:spPr>
      </p:pic>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1/8/2026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7696088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obj" preserve="1">
  <p:cSld name="Title Only">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3407190" y="2443921"/>
            <a:ext cx="1009650" cy="254000"/>
          </a:xfrm>
          <a:prstGeom prst="rect">
            <a:avLst/>
          </a:prstGeom>
        </p:spPr>
      </p:pic>
      <p:pic>
        <p:nvPicPr>
          <p:cNvPr id="17" name="bg object 17"/>
          <p:cNvPicPr/>
          <p:nvPr/>
        </p:nvPicPr>
        <p:blipFill>
          <a:blip r:embed="rId3" cstate="print"/>
          <a:stretch>
            <a:fillRect/>
          </a:stretch>
        </p:blipFill>
        <p:spPr>
          <a:xfrm>
            <a:off x="9296400" y="2431221"/>
            <a:ext cx="831849" cy="254000"/>
          </a:xfrm>
          <a:prstGeom prst="rect">
            <a:avLst/>
          </a:prstGeom>
        </p:spPr>
      </p:pic>
      <p:sp>
        <p:nvSpPr>
          <p:cNvPr id="2" name="Holder 2"/>
          <p:cNvSpPr>
            <a:spLocks noGrp="1"/>
          </p:cNvSpPr>
          <p:nvPr>
            <p:ph type="title"/>
          </p:nvPr>
        </p:nvSpPr>
        <p:spPr/>
        <p:txBody>
          <a:bodyPr lIns="0" tIns="0" rIns="0" bIns="0"/>
          <a:lstStyle>
            <a:lvl1pPr>
              <a:defRPr sz="2000" b="0" i="0">
                <a:solidFill>
                  <a:srgbClr val="565F6F"/>
                </a:solidFill>
                <a:latin typeface="Calibri"/>
                <a:cs typeface="Calibri"/>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1/8/2026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177324586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000" b="0" i="0">
                <a:solidFill>
                  <a:srgbClr val="565F6F"/>
                </a:solidFill>
                <a:latin typeface="Calibri"/>
                <a:cs typeface="Calibri"/>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1/8/2026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418866446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9"/>
            <a:ext cx="109728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600">
                <a:solidFill>
                  <a:schemeClr val="tx1">
                    <a:tint val="75000"/>
                  </a:schemeClr>
                </a:solidFill>
              </a:defRPr>
            </a:lvl1pPr>
          </a:lstStyle>
          <a:p>
            <a:fld id="{E05189BA-01D0-0648-AF2A-6B4CD6B57EC9}" type="datetimeFigureOut">
              <a:rPr lang="en-US" smtClean="0"/>
              <a:t>1/8/2026</a:t>
            </a:fld>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6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600">
                <a:solidFill>
                  <a:schemeClr val="tx1">
                    <a:tint val="75000"/>
                  </a:schemeClr>
                </a:solidFill>
              </a:defRPr>
            </a:lvl1pPr>
          </a:lstStyle>
          <a:p>
            <a:fld id="{3E1F0FCF-E24C-CA41-A373-9E4EFBCD4E25}" type="slidenum">
              <a:rPr lang="en-US" smtClean="0"/>
              <a:t>‹#›</a:t>
            </a:fld>
            <a:endParaRPr lang="en-US"/>
          </a:p>
        </p:txBody>
      </p:sp>
    </p:spTree>
    <p:extLst>
      <p:ext uri="{BB962C8B-B14F-4D97-AF65-F5344CB8AC3E}">
        <p14:creationId xmlns:p14="http://schemas.microsoft.com/office/powerpoint/2010/main" val="713788537"/>
      </p:ext>
    </p:extLst>
  </p:cSld>
  <p:clrMap bg1="lt1" tx1="dk1" bg2="lt2" tx2="dk2" accent1="accent1" accent2="accent2" accent3="accent3" accent4="accent4" accent5="accent5" accent6="accent6" hlink="hlink" folHlink="folHlink"/>
  <p:sldLayoutIdLst>
    <p:sldLayoutId id="2147483653" r:id="rId1"/>
    <p:sldLayoutId id="2147483654" r:id="rId2"/>
    <p:sldLayoutId id="2147483655" r:id="rId3"/>
    <p:sldLayoutId id="2147483656" r:id="rId4"/>
    <p:sldLayoutId id="2147483657" r:id="rId5"/>
    <p:sldLayoutId id="2147483652" r:id="rId6"/>
    <p:sldLayoutId id="2147483659" r:id="rId7"/>
    <p:sldLayoutId id="2147483660" r:id="rId8"/>
    <p:sldLayoutId id="2147483658" r:id="rId9"/>
    <p:sldLayoutId id="2147483661" r:id="rId10"/>
    <p:sldLayoutId id="2147483662" r:id="rId11"/>
    <p:sldLayoutId id="2147483663" r:id="rId12"/>
    <p:sldLayoutId id="2147483664" r:id="rId13"/>
    <p:sldLayoutId id="2147483665" r:id="rId14"/>
  </p:sldLayoutIdLst>
  <p:txStyles>
    <p:titleStyle>
      <a:lvl1pPr algn="ctr" defTabSz="609585" rtl="0" eaLnBrk="1" latinLnBrk="0" hangingPunct="1">
        <a:spcBef>
          <a:spcPct val="0"/>
        </a:spcBef>
        <a:buNone/>
        <a:defRPr sz="5867" kern="1200">
          <a:solidFill>
            <a:schemeClr val="tx1"/>
          </a:solidFill>
          <a:latin typeface="+mj-lt"/>
          <a:ea typeface="+mj-ea"/>
          <a:cs typeface="+mj-cs"/>
        </a:defRPr>
      </a:lvl1pPr>
    </p:titleStyle>
    <p:bodyStyle>
      <a:lvl1pPr marL="457189" indent="-457189" algn="l" defTabSz="609585" rtl="0" eaLnBrk="1" latinLnBrk="0" hangingPunct="1">
        <a:spcBef>
          <a:spcPct val="20000"/>
        </a:spcBef>
        <a:buFont typeface="Arial"/>
        <a:buChar char="•"/>
        <a:defRPr sz="4267" kern="1200">
          <a:solidFill>
            <a:schemeClr val="tx1"/>
          </a:solidFill>
          <a:latin typeface="+mn-lt"/>
          <a:ea typeface="+mn-ea"/>
          <a:cs typeface="+mn-cs"/>
        </a:defRPr>
      </a:lvl1pPr>
      <a:lvl2pPr marL="990575" indent="-380990" algn="l" defTabSz="609585" rtl="0" eaLnBrk="1" latinLnBrk="0" hangingPunct="1">
        <a:spcBef>
          <a:spcPct val="20000"/>
        </a:spcBef>
        <a:buFont typeface="Arial"/>
        <a:buChar char="–"/>
        <a:defRPr sz="3733" kern="1200">
          <a:solidFill>
            <a:schemeClr val="tx1"/>
          </a:solidFill>
          <a:latin typeface="+mn-lt"/>
          <a:ea typeface="+mn-ea"/>
          <a:cs typeface="+mn-cs"/>
        </a:defRPr>
      </a:lvl2pPr>
      <a:lvl3pPr marL="1523962" indent="-304792" algn="l" defTabSz="609585" rtl="0" eaLnBrk="1" latinLnBrk="0" hangingPunct="1">
        <a:spcBef>
          <a:spcPct val="20000"/>
        </a:spcBef>
        <a:buFont typeface="Arial"/>
        <a:buChar char="•"/>
        <a:defRPr sz="3200" kern="1200">
          <a:solidFill>
            <a:schemeClr val="tx1"/>
          </a:solidFill>
          <a:latin typeface="+mn-lt"/>
          <a:ea typeface="+mn-ea"/>
          <a:cs typeface="+mn-cs"/>
        </a:defRPr>
      </a:lvl3pPr>
      <a:lvl4pPr marL="2133547" indent="-304792" algn="l" defTabSz="609585" rtl="0" eaLnBrk="1" latinLnBrk="0" hangingPunct="1">
        <a:spcBef>
          <a:spcPct val="20000"/>
        </a:spcBef>
        <a:buFont typeface="Arial"/>
        <a:buChar char="–"/>
        <a:defRPr sz="2667" kern="1200">
          <a:solidFill>
            <a:schemeClr val="tx1"/>
          </a:solidFill>
          <a:latin typeface="+mn-lt"/>
          <a:ea typeface="+mn-ea"/>
          <a:cs typeface="+mn-cs"/>
        </a:defRPr>
      </a:lvl4pPr>
      <a:lvl5pPr marL="2743131" indent="-304792" algn="l" defTabSz="609585" rtl="0" eaLnBrk="1" latinLnBrk="0" hangingPunct="1">
        <a:spcBef>
          <a:spcPct val="20000"/>
        </a:spcBef>
        <a:buFont typeface="Arial"/>
        <a:buChar char="»"/>
        <a:defRPr sz="2667" kern="1200">
          <a:solidFill>
            <a:schemeClr val="tx1"/>
          </a:solidFill>
          <a:latin typeface="+mn-lt"/>
          <a:ea typeface="+mn-ea"/>
          <a:cs typeface="+mn-cs"/>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p:bodyStyle>
    <p:other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rPr>
                <a:solidFill>
                  <a:srgbClr val="000000"/>
                </a:solidFill>
              </a:rPr>
              <a:t>Understanding Recurrent Neural Networks (RNN)</a:t>
            </a:r>
          </a:p>
        </p:txBody>
      </p:sp>
      <p:sp>
        <p:nvSpPr>
          <p:cNvPr id="3" name="Subtitle 2"/>
          <p:cNvSpPr>
            <a:spLocks noGrp="1"/>
          </p:cNvSpPr>
          <p:nvPr>
            <p:ph type="subTitle" idx="1"/>
          </p:nvPr>
        </p:nvSpPr>
        <p:spPr/>
        <p:txBody>
          <a:bodyPr/>
          <a:lstStyle/>
          <a:p>
            <a:r>
              <a:rPr>
                <a:solidFill>
                  <a:srgbClr val="000000"/>
                </a:solidFill>
              </a:rPr>
              <a:t>A Comprehensive Introduction to RNNs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solidFill>
                  <a:srgbClr val="000000"/>
                </a:solidFill>
              </a:rPr>
              <a:t>What is an RNN?</a:t>
            </a:r>
          </a:p>
        </p:txBody>
      </p:sp>
      <p:sp>
        <p:nvSpPr>
          <p:cNvPr id="3" name="Content Placeholder 2"/>
          <p:cNvSpPr>
            <a:spLocks noGrp="1"/>
          </p:cNvSpPr>
          <p:nvPr>
            <p:ph idx="11" sz="quarter"/>
          </p:nvPr>
        </p:nvSpPr>
        <p:spPr/>
        <p:txBody>
          <a:bodyPr/>
          <a:lstStyle/>
          <a:p>
            <a:r>
              <a:rPr>
                <a:solidFill>
                  <a:srgbClr val="000000"/>
                </a:solidFill>
              </a:rPr>
              <a:t>Recurrent Neural Networks (RNNs) are a class of neural networks designed to recognize patterns in sequences of data, such as text, genomes, handwriting, or the spoken word. They are particularly effective in temporal data, where the order of the data points is essential.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solidFill>
                  <a:srgbClr val="000000"/>
                </a:solidFill>
              </a:rPr>
              <a:t>RNN Structure</a:t>
            </a:r>
          </a:p>
        </p:txBody>
      </p:sp>
      <p:sp>
        <p:nvSpPr>
          <p:cNvPr id="3" name="Content Placeholder 2"/>
          <p:cNvSpPr>
            <a:spLocks noGrp="1"/>
          </p:cNvSpPr>
          <p:nvPr>
            <p:ph idx="12" sz="quarter"/>
          </p:nvPr>
        </p:nvSpPr>
        <p:spPr/>
        <p:txBody>
          <a:bodyPr/>
          <a:lstStyle/>
          <a:p>
            <a:r>
              <a:rPr>
                <a:solidFill>
                  <a:srgbClr val="000000"/>
                </a:solidFill>
              </a:rPr>
              <a:t>RNNs have a unique structure where the output from the previous step is fed as input to the current step, enabling them to possess memory of previous inputs.</a:t>
            </a:r>
          </a:p>
        </p:txBody>
      </p:sp>
      <p:pic>
        <p:nvPicPr>
          <p:cNvPr id="4" name="Picture 3" descr="formula_2.png"/>
          <p:cNvPicPr>
            <a:picLocks noChangeAspect="1"/>
          </p:cNvPicPr>
          <p:nvPr/>
        </p:nvPicPr>
        <p:blipFill>
          <a:blip r:embed="rId2"/>
          <a:stretch>
            <a:fillRect/>
          </a:stretch>
        </p:blipFill>
        <p:spPr>
          <a:xfrm>
            <a:off x="6289002" y="1632944"/>
            <a:ext cx="5076253" cy="38862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solidFill>
                  <a:srgbClr val="000000"/>
                </a:solidFill>
              </a:rPr>
              <a:t>Applications of RNNs</a:t>
            </a:r>
          </a:p>
        </p:txBody>
      </p:sp>
      <p:sp>
        <p:nvSpPr>
          <p:cNvPr id="3" name="Content Placeholder 2"/>
          <p:cNvSpPr>
            <a:spLocks noGrp="1"/>
          </p:cNvSpPr>
          <p:nvPr>
            <p:ph idx="12" sz="quarter"/>
          </p:nvPr>
        </p:nvSpPr>
        <p:spPr/>
        <p:txBody>
          <a:bodyPr/>
          <a:lstStyle/>
          <a:p>
            <a:r>
              <a:rPr>
                <a:solidFill>
                  <a:srgbClr val="000000"/>
                </a:solidFill>
              </a:rPr>
              <a:t>RNNs are widely used in applications such as language modeling, speech recognition, and time series prediction. They excel in tasks where the context and sequence of input data are crucial.</a:t>
            </a:r>
          </a:p>
        </p:txBody>
      </p:sp>
      <p:pic>
        <p:nvPicPr>
          <p:cNvPr id="4" name="Picture 3" descr="chart_3.png"/>
          <p:cNvPicPr>
            <a:picLocks noChangeAspect="1"/>
          </p:cNvPicPr>
          <p:nvPr/>
        </p:nvPicPr>
        <p:blipFill>
          <a:blip r:embed="rId2"/>
          <a:stretch>
            <a:fillRect/>
          </a:stretch>
        </p:blipFill>
        <p:spPr>
          <a:xfrm>
            <a:off x="6289002" y="1632944"/>
            <a:ext cx="5076253" cy="38862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solidFill>
                  <a:srgbClr val="000000"/>
                </a:solidFill>
              </a:rPr>
              <a:t>Challenges with RNNs</a:t>
            </a:r>
          </a:p>
        </p:txBody>
      </p:sp>
      <p:sp>
        <p:nvSpPr>
          <p:cNvPr id="3" name="Content Placeholder 2"/>
          <p:cNvSpPr>
            <a:spLocks noGrp="1"/>
          </p:cNvSpPr>
          <p:nvPr>
            <p:ph idx="11" sz="quarter"/>
          </p:nvPr>
        </p:nvSpPr>
        <p:spPr/>
        <p:txBody>
          <a:bodyPr/>
          <a:lstStyle/>
          <a:p>
            <a:r>
              <a:rPr>
                <a:solidFill>
                  <a:srgbClr val="000000"/>
                </a:solidFill>
              </a:rPr>
              <a:t>Despite their strengths, RNNs face challenges such as vanishing gradients, which can make training difficult. Long short-term memory (LSTM) and gated recurrent units (GRU) are architectures designed to mitigate these issues.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solidFill>
                  <a:srgbClr val="000000"/>
                </a:solidFill>
              </a:rPr>
              <a:t>Basic RNN Code Example</a:t>
            </a:r>
          </a:p>
        </p:txBody>
      </p:sp>
      <p:sp>
        <p:nvSpPr>
          <p:cNvPr id="3" name="Content Placeholder 2"/>
          <p:cNvSpPr>
            <a:spLocks noGrp="1"/>
          </p:cNvSpPr>
          <p:nvPr>
            <p:ph idx="12" sz="quarter"/>
          </p:nvPr>
        </p:nvSpPr>
        <p:spPr/>
        <p:txBody>
          <a:bodyPr/>
          <a:lstStyle/>
          <a:p>
            <a:r>
              <a:rPr>
                <a:solidFill>
                  <a:srgbClr val="000000"/>
                </a:solidFill>
              </a:rPr>
              <a:t>Here is a simple Python example demonstrating the creation of an RNN layer using popular machine learning libraries.</a:t>
            </a:r>
          </a:p>
        </p:txBody>
      </p:sp>
      <p:pic>
        <p:nvPicPr>
          <p:cNvPr id="4" name="Picture 3" descr="code_5.png"/>
          <p:cNvPicPr>
            <a:picLocks noChangeAspect="1"/>
          </p:cNvPicPr>
          <p:nvPr/>
        </p:nvPicPr>
        <p:blipFill>
          <a:blip r:embed="rId2"/>
          <a:stretch>
            <a:fillRect/>
          </a:stretch>
        </p:blipFill>
        <p:spPr>
          <a:xfrm>
            <a:off x="6289002" y="1632944"/>
            <a:ext cx="5076253" cy="38862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solidFill>
                  <a:srgbClr val="000000"/>
                </a:solidFill>
              </a:rPr>
              <a:t>Summary and Future Directions</a:t>
            </a:r>
          </a:p>
        </p:txBody>
      </p:sp>
      <p:sp>
        <p:nvSpPr>
          <p:cNvPr id="3" name="Content Placeholder 2"/>
          <p:cNvSpPr>
            <a:spLocks noGrp="1"/>
          </p:cNvSpPr>
          <p:nvPr>
            <p:ph idx="11" sz="quarter"/>
          </p:nvPr>
        </p:nvSpPr>
        <p:spPr/>
        <p:txBody>
          <a:bodyPr/>
          <a:lstStyle/>
          <a:p>
            <a:r>
              <a:rPr>
                <a:solidFill>
                  <a:srgbClr val="000000"/>
                </a:solidFill>
              </a:rPr>
              <a:t>RNNs are a powerful tool for sequence prediction tasks, but they come with challenges. Future developments are likely to focus on improving training efficiency and expanding their application scope.</a:t>
            </a:r>
          </a:p>
        </p:txBody>
      </p:sp>
    </p:spTree>
  </p:cSld>
  <p:clrMapOvr>
    <a:masterClrMapping/>
  </p:clrMapOvr>
</p:sld>
</file>

<file path=ppt/theme/theme1.xml><?xml version="1.0" encoding="utf-8"?>
<a:theme xmlns:a="http://schemas.openxmlformats.org/drawingml/2006/main" name="Office Theme">
  <a:themeElements>
    <a:clrScheme name="Durham University">
      <a:dk1>
        <a:srgbClr val="002A41"/>
      </a:dk1>
      <a:lt1>
        <a:sysClr val="window" lastClr="FFFFFF"/>
      </a:lt1>
      <a:dk2>
        <a:srgbClr val="54145A"/>
      </a:dk2>
      <a:lt2>
        <a:srgbClr val="CBA8B1"/>
      </a:lt2>
      <a:accent1>
        <a:srgbClr val="00AEEF"/>
      </a:accent1>
      <a:accent2>
        <a:srgbClr val="A5C8D0"/>
      </a:accent2>
      <a:accent3>
        <a:srgbClr val="AFA961"/>
      </a:accent3>
      <a:accent4>
        <a:srgbClr val="B3BDB1"/>
      </a:accent4>
      <a:accent5>
        <a:srgbClr val="FFD53A"/>
      </a:accent5>
      <a:accent6>
        <a:srgbClr val="DACDA2"/>
      </a:accent6>
      <a:hlink>
        <a:srgbClr val="BE1E2D"/>
      </a:hlink>
      <a:folHlink>
        <a:srgbClr val="B6AAA7"/>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Durham University_powerpoint 29.08.19 FINAL.potx" id="{15F0B36B-451E-467F-AC1D-6B634029385F}" vid="{75B5DF01-1AD8-4B24-959A-92377C0E24AC}"/>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6e6f4c5e-d68b-487b-9c02-caf7e61d6b66">
      <Terms xmlns="http://schemas.microsoft.com/office/infopath/2007/PartnerControls"/>
    </lcf76f155ced4ddcb4097134ff3c332f>
    <TaxCatchAll xmlns="3bf6d2de-cfb7-466c-825b-051a8e3c8b7d" xsi:nil="true"/>
    <SharedWithUsers xmlns="a0bf372a-9d90-4a81-85ce-8e7bbe717490">
      <UserInfo>
        <DisplayName>PRZYBORSKI, STEFAN A.</DisplayName>
        <AccountId>131</AccountId>
        <AccountType/>
      </UserInfo>
      <UserInfo>
        <DisplayName>ROBINSON, MATTHEW</DisplayName>
        <AccountId>50</AccountId>
        <AccountType/>
      </UserInfo>
      <UserInfo>
        <DisplayName>WEBSTER, PAULA</DisplayName>
        <AccountId>65</AccountId>
        <AccountType/>
      </UserInfo>
      <UserInfo>
        <DisplayName>MCDONALD, CLAIRE</DisplayName>
        <AccountId>16</AccountId>
        <AccountType/>
      </UserInfo>
    </SharedWithUser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67F80A658ED444C8098A6C8835B3712" ma:contentTypeVersion="16" ma:contentTypeDescription="Create a new document." ma:contentTypeScope="" ma:versionID="5d2edc2167da6d1bb792dea4684e7ecf">
  <xsd:schema xmlns:xsd="http://www.w3.org/2001/XMLSchema" xmlns:xs="http://www.w3.org/2001/XMLSchema" xmlns:p="http://schemas.microsoft.com/office/2006/metadata/properties" xmlns:ns2="6e6f4c5e-d68b-487b-9c02-caf7e61d6b66" xmlns:ns3="a0bf372a-9d90-4a81-85ce-8e7bbe717490" xmlns:ns4="3bf6d2de-cfb7-466c-825b-051a8e3c8b7d" targetNamespace="http://schemas.microsoft.com/office/2006/metadata/properties" ma:root="true" ma:fieldsID="b1a976468ab75df09cdefb8882f83837" ns2:_="" ns3:_="" ns4:_="">
    <xsd:import namespace="6e6f4c5e-d68b-487b-9c02-caf7e61d6b66"/>
    <xsd:import namespace="a0bf372a-9d90-4a81-85ce-8e7bbe717490"/>
    <xsd:import namespace="3bf6d2de-cfb7-466c-825b-051a8e3c8b7d"/>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AutoTags" minOccurs="0"/>
                <xsd:element ref="ns2:MediaServiceOCR" minOccurs="0"/>
                <xsd:element ref="ns2:MediaServiceGenerationTime" minOccurs="0"/>
                <xsd:element ref="ns2:MediaServiceEventHashCode" minOccurs="0"/>
                <xsd:element ref="ns3:SharedWithUsers" minOccurs="0"/>
                <xsd:element ref="ns3:SharedWithDetails" minOccurs="0"/>
                <xsd:element ref="ns2:MediaServiceDateTaken" minOccurs="0"/>
                <xsd:element ref="ns2:MediaServiceLocation" minOccurs="0"/>
                <xsd:element ref="ns2:lcf76f155ced4ddcb4097134ff3c332f" minOccurs="0"/>
                <xsd:element ref="ns4:TaxCatchAll"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e6f4c5e-d68b-487b-9c02-caf7e61d6b6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AutoTags" ma:index="12" nillable="true" ma:displayName="Tags" ma:internalName="MediaServiceAutoTags" ma:readOnly="true">
      <xsd:simpleType>
        <xsd:restriction base="dms:Text"/>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DateTaken" ma:index="18" nillable="true" ma:displayName="MediaServiceDateTaken" ma:hidden="true" ma:internalName="MediaServiceDateTaken" ma:readOnly="true">
      <xsd:simpleType>
        <xsd:restriction base="dms:Text"/>
      </xsd:simpleType>
    </xsd:element>
    <xsd:element name="MediaServiceLocation" ma:index="19" nillable="true" ma:displayName="Location" ma:internalName="MediaServiceLocation" ma:readOnly="true">
      <xsd:simpleType>
        <xsd:restriction base="dms:Text"/>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d651d785-cc9b-461e-a4c9-c589c330ffeb" ma:termSetId="09814cd3-568e-fe90-9814-8d621ff8fb84" ma:anchorId="fba54fb3-c3e1-fe81-a776-ca4b69148c4d" ma:open="true" ma:isKeyword="false">
      <xsd:complexType>
        <xsd:sequence>
          <xsd:element ref="pc:Terms" minOccurs="0" maxOccurs="1"/>
        </xsd:sequence>
      </xsd:complexType>
    </xsd:element>
    <xsd:element name="MediaLengthInSeconds" ma:index="23"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a0bf372a-9d90-4a81-85ce-8e7bbe717490" elementFormDefault="qualified">
    <xsd:import namespace="http://schemas.microsoft.com/office/2006/documentManagement/types"/>
    <xsd:import namespace="http://schemas.microsoft.com/office/infopath/2007/PartnerControls"/>
    <xsd:element name="SharedWithUsers" ma:index="16"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7"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3bf6d2de-cfb7-466c-825b-051a8e3c8b7d" elementFormDefault="qualified">
    <xsd:import namespace="http://schemas.microsoft.com/office/2006/documentManagement/types"/>
    <xsd:import namespace="http://schemas.microsoft.com/office/infopath/2007/PartnerControls"/>
    <xsd:element name="TaxCatchAll" ma:index="22" nillable="true" ma:displayName="Taxonomy Catch All Column" ma:hidden="true" ma:list="{cf60340b-b3ab-4429-ad0e-954f6226807c}" ma:internalName="TaxCatchAll" ma:showField="CatchAllData" ma:web="a0bf372a-9d90-4a81-85ce-8e7bbe717490">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3824A268-B20B-44AC-8616-436FFCA704C5}">
  <ds:schemaRefs>
    <ds:schemaRef ds:uri="3bf6d2de-cfb7-466c-825b-051a8e3c8b7d"/>
    <ds:schemaRef ds:uri="6e6f4c5e-d68b-487b-9c02-caf7e61d6b66"/>
    <ds:schemaRef ds:uri="http://schemas.microsoft.com/office/2006/metadata/properties"/>
    <ds:schemaRef ds:uri="http://schemas.microsoft.com/office/infopath/2007/PartnerControls"/>
    <ds:schemaRef ds:uri="a0bf372a-9d90-4a81-85ce-8e7bbe717490"/>
  </ds:schemaRefs>
</ds:datastoreItem>
</file>

<file path=customXml/itemProps2.xml><?xml version="1.0" encoding="utf-8"?>
<ds:datastoreItem xmlns:ds="http://schemas.openxmlformats.org/officeDocument/2006/customXml" ds:itemID="{1DE96671-C665-44F0-AC6D-2E9A17D50BEA}">
  <ds:schemaRefs>
    <ds:schemaRef ds:uri="http://schemas.microsoft.com/sharepoint/v3/contenttype/forms"/>
  </ds:schemaRefs>
</ds:datastoreItem>
</file>

<file path=customXml/itemProps3.xml><?xml version="1.0" encoding="utf-8"?>
<ds:datastoreItem xmlns:ds="http://schemas.openxmlformats.org/officeDocument/2006/customXml" ds:itemID="{E4D16294-DC56-4215-A5F8-1F17988B5EFC}">
  <ds:schemaRefs>
    <ds:schemaRef ds:uri="3bf6d2de-cfb7-466c-825b-051a8e3c8b7d"/>
    <ds:schemaRef ds:uri="6e6f4c5e-d68b-487b-9c02-caf7e61d6b66"/>
    <ds:schemaRef ds:uri="a0bf372a-9d90-4a81-85ce-8e7bbe717490"/>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office theme</Template>
  <TotalTime>776</TotalTime>
  <Words>143</Words>
  <Application>Microsoft Office PowerPoint</Application>
  <PresentationFormat>Widescreen</PresentationFormat>
  <Paragraphs>39</Paragraphs>
  <Slides>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vt:i4>
      </vt:variant>
    </vt:vector>
  </HeadingPairs>
  <TitlesOfParts>
    <vt:vector size="11" baseType="lpstr">
      <vt:lpstr>Lucida Grande</vt:lpstr>
      <vt:lpstr>Arial</vt:lpstr>
      <vt:lpstr>Calibri</vt:lpstr>
      <vt:lpstr>Wingdings</vt:lpstr>
      <vt:lpstr>Office Theme</vt:lpstr>
      <vt:lpstr>  Main Topic    subtopic         </vt:lpstr>
      <vt:lpstr>Overview</vt:lpstr>
      <vt:lpstr>Part 1</vt:lpstr>
      <vt:lpstr>Part 2</vt:lpstr>
      <vt:lpstr>Part n</vt:lpstr>
      <vt:lpstr>Ending</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MCDONALD, CLAIRE</dc:creator>
  <cp:lastModifiedBy>PANG, CARLOS S. (Student)</cp:lastModifiedBy>
  <cp:revision>126</cp:revision>
  <dcterms:created xsi:type="dcterms:W3CDTF">2022-08-10T15:52:35Z</dcterms:created>
  <dcterms:modified xsi:type="dcterms:W3CDTF">2026-01-08T06:41:32Z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0x010100767F80A658ED444C8098A6C8835B3712</vt:lpwstr>
  </property>
  <property fmtid="{D5CDD505-2E9C-101B-9397-08002B2CF9AE}" pid="3" name="MediaServiceImageTags">
    <vt:lpwstr/>
  </property>
</Properties>
</file>
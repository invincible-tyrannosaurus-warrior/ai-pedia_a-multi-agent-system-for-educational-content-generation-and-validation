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RAG stands for Retrieval-Augmented Generation. It is an AI approach that combines information retrieval with natural language generation to provide more accurate and relevant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RAG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Retrieves relevant data from a knowledge base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Generates responses based on retrieved data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Enhances response accuracy and relevance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**Retrieval Module:** Searches database for relevant documents.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**Generator Module:** Utilizes retrieved information for response generation.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Improves response accuracy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Leverages existing knowledge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Reduces reliance on massive datasets for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vs Traditional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Traditional AI relies heavily on pre-training data.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RAG minimizes inaccuracies by using live data retrieval.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**Use Case:** Customer support using RAG for real-time problem-solving by retrieving and generating responses based on a comprehensive knowledge base.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RAG presents a promising evolution in AI, enabling more dynamic and context-aware interactions. As it evolves, the potential applications across various sectors make it a critical component in the future of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
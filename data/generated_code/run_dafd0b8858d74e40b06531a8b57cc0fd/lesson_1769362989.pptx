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84"/>
    <p:restoredTop sz="94726"/>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1/29/2026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000000"/>
                </a:solidFill>
              </a:rPr>
              <a:t>Understanding Recurrent Neural Networks (RNNs)</a:t>
            </a:r>
          </a:p>
        </p:txBody>
      </p:sp>
      <p:sp>
        <p:nvSpPr>
          <p:cNvPr id="3" name="Subtitle 2"/>
          <p:cNvSpPr>
            <a:spLocks noGrp="1"/>
          </p:cNvSpPr>
          <p:nvPr>
            <p:ph type="subTitle" idx="1"/>
          </p:nvPr>
        </p:nvSpPr>
        <p:spPr/>
        <p:txBody>
          <a:bodyPr/>
          <a:lstStyle/>
          <a:p>
            <a:r>
              <a:rPr>
                <a:solidFill>
                  <a:srgbClr val="000000"/>
                </a:solidFill>
              </a:rPr>
              <a:t>A Journey into Sequence Modeling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Introduction to RNNs</a:t>
            </a:r>
          </a:p>
        </p:txBody>
      </p:sp>
      <p:sp>
        <p:nvSpPr>
          <p:cNvPr id="3" name="Content Placeholder 2"/>
          <p:cNvSpPr>
            <a:spLocks noGrp="1"/>
          </p:cNvSpPr>
          <p:nvPr>
            <p:ph sz="quarter" idx="11"/>
          </p:nvPr>
        </p:nvSpPr>
        <p:spPr/>
        <p:txBody>
          <a:bodyPr/>
          <a:lstStyle/>
          <a:p>
            <a:r>
              <a:rPr>
                <a:solidFill>
                  <a:srgbClr val="000000"/>
                </a:solidFill>
              </a:rPr>
              <a:t>Recurrent Neural Networks (RNNs) are a class of neural networks designed for processing sequences of data. They are particularly effective for tasks where context and sequence order are important, such as language modeling and time series prediction.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0000"/>
                </a:solidFill>
              </a:rPr>
              <a:t>Basic Structure of RNNs</a:t>
            </a:r>
          </a:p>
        </p:txBody>
      </p:sp>
      <p:sp>
        <p:nvSpPr>
          <p:cNvPr id="3" name="Content Placeholder 2"/>
          <p:cNvSpPr>
            <a:spLocks noGrp="1"/>
          </p:cNvSpPr>
          <p:nvPr>
            <p:ph sz="quarter" idx="12"/>
          </p:nvPr>
        </p:nvSpPr>
        <p:spPr/>
        <p:txBody>
          <a:bodyPr/>
          <a:lstStyle/>
          <a:p>
            <a:r>
              <a:rPr dirty="0">
                <a:solidFill>
                  <a:srgbClr val="000000"/>
                </a:solidFill>
              </a:rPr>
              <a:t>RNNs have a unique architecture that allows them to maintain a 'memory' of previous inputs, making them suitable for sequence prediction tasks. This memory is achieved through loops within the network, enabling information to persist.</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Applications of RNNs</a:t>
            </a:r>
          </a:p>
        </p:txBody>
      </p:sp>
      <p:sp>
        <p:nvSpPr>
          <p:cNvPr id="3" name="Content Placeholder 2"/>
          <p:cNvSpPr>
            <a:spLocks noGrp="1"/>
          </p:cNvSpPr>
          <p:nvPr>
            <p:ph sz="quarter" idx="11"/>
          </p:nvPr>
        </p:nvSpPr>
        <p:spPr/>
        <p:txBody>
          <a:bodyPr/>
          <a:lstStyle/>
          <a:p>
            <a:r>
              <a:rPr dirty="0">
                <a:solidFill>
                  <a:srgbClr val="000000"/>
                </a:solidFill>
              </a:rPr>
              <a:t>RNNs are used in a variety of applications, including natural language processing, speech recognition, and time series forecasting. Their ability to process sequential data makes them ideal for tasks that require understanding of context and temporal dependencies.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Example: Text Generation</a:t>
            </a:r>
          </a:p>
        </p:txBody>
      </p:sp>
      <p:sp>
        <p:nvSpPr>
          <p:cNvPr id="3" name="Content Placeholder 2"/>
          <p:cNvSpPr>
            <a:spLocks noGrp="1"/>
          </p:cNvSpPr>
          <p:nvPr>
            <p:ph sz="quarter" idx="12"/>
          </p:nvPr>
        </p:nvSpPr>
        <p:spPr/>
        <p:txBody>
          <a:bodyPr/>
          <a:lstStyle/>
          <a:p>
            <a:r>
              <a:rPr dirty="0">
                <a:solidFill>
                  <a:srgbClr val="000000"/>
                </a:solidFill>
              </a:rPr>
              <a:t>In text generation, RNNs can be trained to predict the next word in a sequence, allowing them to generate coherent text based on a given input. This process involves learning the probability distribution of words in a given language context.</a:t>
            </a:r>
          </a:p>
        </p:txBody>
      </p:sp>
      <p:pic>
        <p:nvPicPr>
          <p:cNvPr id="4" name="Picture 3" descr="code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Challenges of Training RNNs</a:t>
            </a:r>
          </a:p>
        </p:txBody>
      </p:sp>
      <p:sp>
        <p:nvSpPr>
          <p:cNvPr id="3" name="Content Placeholder 2"/>
          <p:cNvSpPr>
            <a:spLocks noGrp="1"/>
          </p:cNvSpPr>
          <p:nvPr>
            <p:ph sz="quarter" idx="11"/>
          </p:nvPr>
        </p:nvSpPr>
        <p:spPr/>
        <p:txBody>
          <a:bodyPr/>
          <a:lstStyle/>
          <a:p>
            <a:r>
              <a:rPr>
                <a:solidFill>
                  <a:srgbClr val="000000"/>
                </a:solidFill>
              </a:rPr>
              <a:t>Training RNNs can be challenging due to issues like vanishing gradients, which can prevent the network from learning long-range dependencies. Techniques like Long Short-Term Memory (LSTM) and Gated Recurrent Units (GRU) have been developed to address these challenges.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Comparing RNN Variants</a:t>
            </a:r>
          </a:p>
        </p:txBody>
      </p:sp>
      <p:sp>
        <p:nvSpPr>
          <p:cNvPr id="3" name="Content Placeholder 2"/>
          <p:cNvSpPr>
            <a:spLocks noGrp="1"/>
          </p:cNvSpPr>
          <p:nvPr>
            <p:ph sz="quarter" idx="12"/>
          </p:nvPr>
        </p:nvSpPr>
        <p:spPr/>
        <p:txBody>
          <a:bodyPr/>
          <a:lstStyle/>
          <a:p>
            <a:r>
              <a:rPr>
                <a:solidFill>
                  <a:srgbClr val="000000"/>
                </a:solidFill>
              </a:rPr>
              <a:t>Different variants of RNNs, such as LSTMs and GRUs, offer solutions to the limitations of basic RNNs. These architectures introduce mechanisms to better capture long-term dependencies by controlling the flow of information.</a:t>
            </a:r>
          </a:p>
        </p:txBody>
      </p:sp>
      <p:pic>
        <p:nvPicPr>
          <p:cNvPr id="4" name="Picture 3" descr="chart_6.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Props1.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docProps/app.xml><?xml version="1.0" encoding="utf-8"?>
<Properties xmlns="http://schemas.openxmlformats.org/officeDocument/2006/extended-properties" xmlns:vt="http://schemas.openxmlformats.org/officeDocument/2006/docPropsVTypes">
  <Template>office theme</Template>
  <TotalTime>853</TotalTime>
  <Words>282</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Lucida Grande</vt:lpstr>
      <vt:lpstr>Arial</vt:lpstr>
      <vt:lpstr>Calibri</vt:lpstr>
      <vt:lpstr>Office Theme</vt:lpstr>
      <vt:lpstr>Understanding Recurrent Neural Networks (RNNs)</vt:lpstr>
      <vt:lpstr>Introduction to RNNs</vt:lpstr>
      <vt:lpstr>Basic Structure of RNNs</vt:lpstr>
      <vt:lpstr>Applications of RNNs</vt:lpstr>
      <vt:lpstr>Example: Text Generation</vt:lpstr>
      <vt:lpstr>Challenges of Training RNNs</vt:lpstr>
      <vt:lpstr>Comparing RNN Variants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2026-01-29T14:36:31Z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
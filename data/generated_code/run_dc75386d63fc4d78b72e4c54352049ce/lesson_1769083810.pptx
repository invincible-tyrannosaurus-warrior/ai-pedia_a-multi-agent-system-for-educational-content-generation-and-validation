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Valorant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Valorant?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Valorant is a free-to-play multiplayer tactical first-person shooter developed and published by Riot Games. Released on June 2, 2020, the game operates on a 5v5 game mode where each player assumes the control of 'agents', characters with unique 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Gameplay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Teamwork and strategy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Ability usage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Precise shooting skills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Unrated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Competitive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Spike Rush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Deathmatch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and Their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Duelists: Initiators in attacks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Sentinels: Strategic defenders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Initiators: Entry enablers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Controllers: Area denial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and Sound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Valorant emphasizes visual clarity and a distinct sound design to enhance gameplay immersion. Its graphics are optimized for performance, ensuring smooth gameplay even on lower-end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and Esports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A thriving esports scene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Active community forums and fan content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Regular updates and new content from Riot Games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Valorant has rapidly grown into a significant player in the gaming world due to its engaging gameplay, strategic depth, and strong community support. Whether you're a casual player or an aspiring esports competitor, Valorant offers something for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
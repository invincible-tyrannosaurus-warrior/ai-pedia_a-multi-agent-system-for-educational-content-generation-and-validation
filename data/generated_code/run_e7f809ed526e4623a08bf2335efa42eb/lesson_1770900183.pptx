
<file path=[Content_Types].xml><?xml version="1.0" encoding="utf-8"?>
<Types xmlns="http://schemas.openxmlformats.org/package/2006/content-types">
  <Default Extension="emf" ContentType="image/x-emf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changesInfos/changesInfo1.xml" ContentType="application/vnd.ms-powerpoint.changesinfo+xml"/>
  <Override PartName="/ppt/media/image7.jpg" ContentType="image/jpg"/>
  <Override PartName="/ppt/media/image8.jpg" ContentType="image/jpg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Relationship Id="rId5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4"/>
  </p:sldMasterIdLst>
  <p:sldIdLst>
    <p:sldId id="256" r:id="rId10"/>
    <p:sldId id="257" r:id="rId9"/>
    <p:sldId id="258" r:id="rId8"/>
    <p:sldId id="259" r:id="rId7"/>
    <p:sldId id="260" r:id="rId6"/>
    <p:sldId id="261" r:id="rId5"/>
    <p:sldId id="262" r:id="rId16"/>
    <p:sldId id="263" r:id="rId17"/>
  </p:sldIdLst>
  <p:sldSz cx="12192000" cy="6858000"/>
  <p:notesSz cx="6858000" cy="9144000"/>
  <p:defaultTextStyle>
    <a:defPPr>
      <a:defRPr lang="en-GB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0784"/>
    <p:restoredTop sz="94726"/>
  </p:normalViewPr>
  <p:slideViewPr>
    <p:cSldViewPr snapToGrid="0">
      <p:cViewPr varScale="1">
        <p:scale>
          <a:sx n="78" d="100"/>
          <a:sy n="78" d="100"/>
        </p:scale>
        <p:origin x="1075" y="67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customXml" Target="../customXml/item1.xml"/><Relationship Id="rId2" Type="http://schemas.openxmlformats.org/officeDocument/2006/relationships/customXml" Target="../customXml/item2.xml"/><Relationship Id="rId3" Type="http://schemas.openxmlformats.org/officeDocument/2006/relationships/customXml" Target="../customXml/item3.xml"/><Relationship Id="rId4" Type="http://schemas.openxmlformats.org/officeDocument/2006/relationships/slideMaster" Target="slideMasters/slideMaster1.xml"/><Relationship Id="rId5" Type="http://schemas.openxmlformats.org/officeDocument/2006/relationships/slide" Target="slides/slide6.xml"/><Relationship Id="rId6" Type="http://schemas.openxmlformats.org/officeDocument/2006/relationships/slide" Target="slides/slide5.xml"/><Relationship Id="rId7" Type="http://schemas.openxmlformats.org/officeDocument/2006/relationships/slide" Target="slides/slide4.xml"/><Relationship Id="rId8" Type="http://schemas.openxmlformats.org/officeDocument/2006/relationships/slide" Target="slides/slide3.xml"/><Relationship Id="rId9" Type="http://schemas.openxmlformats.org/officeDocument/2006/relationships/slide" Target="slides/slide2.xml"/><Relationship Id="rId10" Type="http://schemas.openxmlformats.org/officeDocument/2006/relationships/slide" Target="slides/slide1.xml"/><Relationship Id="rId11" Type="http://schemas.openxmlformats.org/officeDocument/2006/relationships/presProps" Target="presProps.xml"/><Relationship Id="rId12" Type="http://schemas.openxmlformats.org/officeDocument/2006/relationships/viewProps" Target="viewProps.xml"/><Relationship Id="rId13" Type="http://schemas.openxmlformats.org/officeDocument/2006/relationships/theme" Target="theme/theme1.xml"/><Relationship Id="rId14" Type="http://schemas.openxmlformats.org/officeDocument/2006/relationships/tableStyles" Target="tableStyles.xml"/><Relationship Id="rId15" Type="http://schemas.microsoft.com/office/2016/11/relationships/changesInfo" Target="changesInfos/changesInfo1.xml"/><Relationship Id="rId16" Type="http://schemas.openxmlformats.org/officeDocument/2006/relationships/slide" Target="slides/slide7.xml"/><Relationship Id="rId17" Type="http://schemas.openxmlformats.org/officeDocument/2006/relationships/slide" Target="slides/slide8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LAW, EFFIE L." userId="1c3177ca-747b-4691-ad45-4cbdbc050fd1" providerId="ADAL" clId="{06734445-D490-4A90-AC2A-6257025627FB}"/>
    <pc:docChg chg="modSld">
      <pc:chgData name="LAW, EFFIE L." userId="1c3177ca-747b-4691-ad45-4cbdbc050fd1" providerId="ADAL" clId="{06734445-D490-4A90-AC2A-6257025627FB}" dt="2025-10-03T09:12:37.245" v="30" actId="20577"/>
      <pc:docMkLst>
        <pc:docMk/>
      </pc:docMkLst>
      <pc:sldChg chg="modSp mod">
        <pc:chgData name="LAW, EFFIE L." userId="1c3177ca-747b-4691-ad45-4cbdbc050fd1" providerId="ADAL" clId="{06734445-D490-4A90-AC2A-6257025627FB}" dt="2025-10-03T09:12:37.245" v="30" actId="20577"/>
        <pc:sldMkLst>
          <pc:docMk/>
          <pc:sldMk cId="775193986" sldId="258"/>
        </pc:sldMkLst>
        <pc:spChg chg="mod">
          <ac:chgData name="LAW, EFFIE L." userId="1c3177ca-747b-4691-ad45-4cbdbc050fd1" providerId="ADAL" clId="{06734445-D490-4A90-AC2A-6257025627FB}" dt="2025-10-03T09:12:37.245" v="30" actId="20577"/>
          <ac:spMkLst>
            <pc:docMk/>
            <pc:sldMk cId="775193986" sldId="258"/>
            <ac:spMk id="2" creationId="{00000000-0000-0000-0000-000000000000}"/>
          </ac:spMkLst>
        </pc:spChg>
      </pc:sldChg>
    </pc:docChg>
  </pc:docChgLst>
</pc:chgInfo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emf"/><Relationship Id="rId3" Type="http://schemas.openxmlformats.org/officeDocument/2006/relationships/image" Target="../media/image2.emf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3.emf"/><Relationship Id="rId3" Type="http://schemas.openxmlformats.org/officeDocument/2006/relationships/image" Target="../media/image2.emf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4.emf"/><Relationship Id="rId3" Type="http://schemas.openxmlformats.org/officeDocument/2006/relationships/image" Target="../media/image2.emf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5.emf"/><Relationship Id="rId3" Type="http://schemas.openxmlformats.org/officeDocument/2006/relationships/image" Target="../media/image2.emf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6.emf"/><Relationship Id="rId3" Type="http://schemas.openxmlformats.org/officeDocument/2006/relationships/image" Target="../media/image2.emf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2.emf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2.emf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2.emf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2.emf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7.jpg"/><Relationship Id="rId3" Type="http://schemas.openxmlformats.org/officeDocument/2006/relationships/image" Target="../media/image8.jpg"/></Relationships>
</file>

<file path=ppt/slideLayouts/_rels/slideLayout1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7.jpg"/><Relationship Id="rId3" Type="http://schemas.openxmlformats.org/officeDocument/2006/relationships/image" Target="../media/image8.jpg"/></Relationships>
</file>

<file path=ppt/slideLayouts/_rels/slideLayout1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Durham Title Slide - Purple"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1" name="Picture 10"/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5334000" y="0"/>
            <a:ext cx="6858000" cy="6858000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930339" y="1672217"/>
            <a:ext cx="4428563" cy="1470025"/>
          </a:xfrm>
        </p:spPr>
        <p:txBody>
          <a:bodyPr lIns="0" tIns="0" rIns="0" bIns="0" anchor="t">
            <a:noAutofit/>
          </a:bodyPr>
          <a:lstStyle>
            <a:lvl1pPr algn="l">
              <a:lnSpc>
                <a:spcPct val="85000"/>
              </a:lnSpc>
              <a:defRPr sz="3733" b="1">
                <a:solidFill>
                  <a:srgbClr val="002A41"/>
                </a:solidFill>
                <a:latin typeface="Arial"/>
                <a:cs typeface="Arial"/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930339" y="3093911"/>
            <a:ext cx="4428563" cy="1752600"/>
          </a:xfrm>
        </p:spPr>
        <p:txBody>
          <a:bodyPr lIns="0" tIns="0" rIns="0" bIns="0" anchor="t">
            <a:noAutofit/>
          </a:bodyPr>
          <a:lstStyle>
            <a:lvl1pPr marL="0" indent="0" algn="l">
              <a:lnSpc>
                <a:spcPct val="90000"/>
              </a:lnSpc>
              <a:buNone/>
              <a:defRPr sz="2667">
                <a:solidFill>
                  <a:srgbClr val="002A41"/>
                </a:solidFill>
                <a:latin typeface="Arial"/>
                <a:cs typeface="Arial"/>
              </a:defRPr>
            </a:lvl1pPr>
            <a:lvl2pPr marL="609585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121917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828754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2438339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3047924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3657509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4267093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4876678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pic>
        <p:nvPicPr>
          <p:cNvPr id="12" name="Picture 11"/>
          <p:cNvPicPr>
            <a:picLocks noChangeAspect="1"/>
          </p:cNvPicPr>
          <p:nvPr userDrawn="1"/>
        </p:nvPicPr>
        <p:blipFill>
          <a:blip r:embed="rId3"/>
          <a:stretch>
            <a:fillRect/>
          </a:stretch>
        </p:blipFill>
        <p:spPr>
          <a:xfrm>
            <a:off x="340659" y="328401"/>
            <a:ext cx="2118005" cy="87874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032838578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Durham Title Slide – Blue">
    <p:bg>
      <p:bgPr>
        <a:solidFill>
          <a:schemeClr val="accent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/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5334000" y="0"/>
            <a:ext cx="6858000" cy="6858000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930339" y="1672217"/>
            <a:ext cx="4428563" cy="1470025"/>
          </a:xfrm>
        </p:spPr>
        <p:txBody>
          <a:bodyPr lIns="0" tIns="0" rIns="0" bIns="0" anchor="t">
            <a:noAutofit/>
          </a:bodyPr>
          <a:lstStyle>
            <a:lvl1pPr algn="l">
              <a:lnSpc>
                <a:spcPct val="85000"/>
              </a:lnSpc>
              <a:defRPr sz="3733" b="1">
                <a:solidFill>
                  <a:srgbClr val="002A41"/>
                </a:solidFill>
                <a:latin typeface="Arial"/>
                <a:cs typeface="Arial"/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930339" y="3093911"/>
            <a:ext cx="4428563" cy="1752600"/>
          </a:xfrm>
        </p:spPr>
        <p:txBody>
          <a:bodyPr lIns="0" tIns="0" rIns="0" bIns="0" anchor="t">
            <a:noAutofit/>
          </a:bodyPr>
          <a:lstStyle>
            <a:lvl1pPr marL="0" indent="0" algn="l">
              <a:lnSpc>
                <a:spcPct val="90000"/>
              </a:lnSpc>
              <a:buNone/>
              <a:defRPr sz="2667">
                <a:solidFill>
                  <a:srgbClr val="002A41"/>
                </a:solidFill>
                <a:latin typeface="Arial"/>
                <a:cs typeface="Arial"/>
              </a:defRPr>
            </a:lvl1pPr>
            <a:lvl2pPr marL="609585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121917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828754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2438339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3047924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3657509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4267093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4876678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pic>
        <p:nvPicPr>
          <p:cNvPr id="18" name="Picture 17"/>
          <p:cNvPicPr>
            <a:picLocks noChangeAspect="1"/>
          </p:cNvPicPr>
          <p:nvPr userDrawn="1"/>
        </p:nvPicPr>
        <p:blipFill>
          <a:blip r:embed="rId3"/>
          <a:stretch>
            <a:fillRect/>
          </a:stretch>
        </p:blipFill>
        <p:spPr>
          <a:xfrm>
            <a:off x="340659" y="328401"/>
            <a:ext cx="2118005" cy="87874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602078584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Durham Title Slide – Gold">
    <p:bg>
      <p:bgPr>
        <a:solidFill>
          <a:srgbClr val="B3BDB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/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5334000" y="0"/>
            <a:ext cx="6858000" cy="6858000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930339" y="1672217"/>
            <a:ext cx="4428563" cy="1470025"/>
          </a:xfrm>
        </p:spPr>
        <p:txBody>
          <a:bodyPr lIns="0" tIns="0" rIns="0" bIns="0" anchor="t">
            <a:noAutofit/>
          </a:bodyPr>
          <a:lstStyle>
            <a:lvl1pPr algn="l">
              <a:lnSpc>
                <a:spcPct val="85000"/>
              </a:lnSpc>
              <a:defRPr sz="3733" b="1">
                <a:solidFill>
                  <a:srgbClr val="002A41"/>
                </a:solidFill>
                <a:latin typeface="Arial"/>
                <a:cs typeface="Arial"/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930339" y="3093911"/>
            <a:ext cx="4428563" cy="1752600"/>
          </a:xfrm>
        </p:spPr>
        <p:txBody>
          <a:bodyPr lIns="0" tIns="0" rIns="0" bIns="0" anchor="t">
            <a:noAutofit/>
          </a:bodyPr>
          <a:lstStyle>
            <a:lvl1pPr marL="0" indent="0" algn="l">
              <a:lnSpc>
                <a:spcPct val="90000"/>
              </a:lnSpc>
              <a:buNone/>
              <a:defRPr sz="2667">
                <a:solidFill>
                  <a:srgbClr val="002A41"/>
                </a:solidFill>
                <a:latin typeface="Arial"/>
                <a:cs typeface="Arial"/>
              </a:defRPr>
            </a:lvl1pPr>
            <a:lvl2pPr marL="609585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121917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828754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2438339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3047924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3657509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4267093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4876678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pic>
        <p:nvPicPr>
          <p:cNvPr id="17" name="Picture 16"/>
          <p:cNvPicPr>
            <a:picLocks noChangeAspect="1"/>
          </p:cNvPicPr>
          <p:nvPr userDrawn="1"/>
        </p:nvPicPr>
        <p:blipFill>
          <a:blip r:embed="rId3"/>
          <a:stretch>
            <a:fillRect/>
          </a:stretch>
        </p:blipFill>
        <p:spPr>
          <a:xfrm>
            <a:off x="340659" y="328401"/>
            <a:ext cx="2118005" cy="87874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568941733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Durham Title Slide - Yellow">
    <p:bg>
      <p:bgPr>
        <a:solidFill>
          <a:schemeClr val="accent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/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5334000" y="0"/>
            <a:ext cx="6858000" cy="6858000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930339" y="1672217"/>
            <a:ext cx="4428563" cy="1470025"/>
          </a:xfrm>
        </p:spPr>
        <p:txBody>
          <a:bodyPr lIns="0" tIns="0" rIns="0" bIns="0" anchor="t">
            <a:noAutofit/>
          </a:bodyPr>
          <a:lstStyle>
            <a:lvl1pPr algn="l">
              <a:lnSpc>
                <a:spcPct val="85000"/>
              </a:lnSpc>
              <a:defRPr sz="3733" b="1">
                <a:solidFill>
                  <a:srgbClr val="002A41"/>
                </a:solidFill>
                <a:latin typeface="Arial"/>
                <a:cs typeface="Arial"/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930339" y="3093911"/>
            <a:ext cx="4428563" cy="1752600"/>
          </a:xfrm>
        </p:spPr>
        <p:txBody>
          <a:bodyPr lIns="0" tIns="0" rIns="0" bIns="0" anchor="t">
            <a:noAutofit/>
          </a:bodyPr>
          <a:lstStyle>
            <a:lvl1pPr marL="0" indent="0" algn="l">
              <a:lnSpc>
                <a:spcPct val="90000"/>
              </a:lnSpc>
              <a:buNone/>
              <a:defRPr sz="2667">
                <a:solidFill>
                  <a:srgbClr val="002A41"/>
                </a:solidFill>
                <a:latin typeface="Arial"/>
                <a:cs typeface="Arial"/>
              </a:defRPr>
            </a:lvl1pPr>
            <a:lvl2pPr marL="609585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121917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828754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2438339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3047924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3657509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4267093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4876678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pic>
        <p:nvPicPr>
          <p:cNvPr id="16" name="Picture 15"/>
          <p:cNvPicPr>
            <a:picLocks noChangeAspect="1"/>
          </p:cNvPicPr>
          <p:nvPr userDrawn="1"/>
        </p:nvPicPr>
        <p:blipFill>
          <a:blip r:embed="rId3"/>
          <a:stretch>
            <a:fillRect/>
          </a:stretch>
        </p:blipFill>
        <p:spPr>
          <a:xfrm>
            <a:off x="340659" y="328401"/>
            <a:ext cx="2118005" cy="87874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488312296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Durham Title Slide – Red">
    <p:bg>
      <p:bgPr>
        <a:solidFill>
          <a:srgbClr val="B6AAA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/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5334000" y="0"/>
            <a:ext cx="6858000" cy="6858000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930339" y="1672217"/>
            <a:ext cx="4428563" cy="1470025"/>
          </a:xfrm>
        </p:spPr>
        <p:txBody>
          <a:bodyPr lIns="0" tIns="0" rIns="0" bIns="0" anchor="t">
            <a:noAutofit/>
          </a:bodyPr>
          <a:lstStyle>
            <a:lvl1pPr algn="l">
              <a:lnSpc>
                <a:spcPct val="85000"/>
              </a:lnSpc>
              <a:defRPr sz="3733" b="1">
                <a:solidFill>
                  <a:schemeClr val="tx1"/>
                </a:solidFill>
                <a:latin typeface="Arial"/>
                <a:cs typeface="Arial"/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930339" y="3093911"/>
            <a:ext cx="4428563" cy="1752600"/>
          </a:xfrm>
        </p:spPr>
        <p:txBody>
          <a:bodyPr lIns="0" tIns="0" rIns="0" bIns="0" anchor="t">
            <a:noAutofit/>
          </a:bodyPr>
          <a:lstStyle>
            <a:lvl1pPr marL="0" indent="0" algn="l">
              <a:lnSpc>
                <a:spcPct val="90000"/>
              </a:lnSpc>
              <a:buNone/>
              <a:defRPr sz="2667">
                <a:solidFill>
                  <a:srgbClr val="002A41"/>
                </a:solidFill>
                <a:latin typeface="Arial"/>
                <a:cs typeface="Arial"/>
              </a:defRPr>
            </a:lvl1pPr>
            <a:lvl2pPr marL="609585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121917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828754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2438339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3047924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3657509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4267093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4876678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pic>
        <p:nvPicPr>
          <p:cNvPr id="14" name="Picture 13"/>
          <p:cNvPicPr>
            <a:picLocks noChangeAspect="1"/>
          </p:cNvPicPr>
          <p:nvPr userDrawn="1"/>
        </p:nvPicPr>
        <p:blipFill>
          <a:blip r:embed="rId3"/>
          <a:stretch>
            <a:fillRect/>
          </a:stretch>
        </p:blipFill>
        <p:spPr>
          <a:xfrm>
            <a:off x="340659" y="328401"/>
            <a:ext cx="2118005" cy="87874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247780353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Durham Text Slide - 1 co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28737" y="369979"/>
            <a:ext cx="10536517" cy="1143000"/>
          </a:xfrm>
        </p:spPr>
        <p:txBody>
          <a:bodyPr lIns="0" tIns="0" rIns="0" bIns="0" anchor="t">
            <a:noAutofit/>
          </a:bodyPr>
          <a:lstStyle>
            <a:lvl1pPr algn="l">
              <a:defRPr sz="3200" b="1">
                <a:solidFill>
                  <a:srgbClr val="54145A"/>
                </a:solidFill>
                <a:latin typeface="Arial"/>
                <a:cs typeface="Arial"/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pic>
        <p:nvPicPr>
          <p:cNvPr id="7" name="Picture 6"/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545986" y="6230447"/>
            <a:ext cx="1020673" cy="423471"/>
          </a:xfrm>
          <a:prstGeom prst="rect">
            <a:avLst/>
          </a:prstGeom>
        </p:spPr>
      </p:pic>
      <p:sp>
        <p:nvSpPr>
          <p:cNvPr id="4" name="Content Placeholder 3"/>
          <p:cNvSpPr>
            <a:spLocks noGrp="1"/>
          </p:cNvSpPr>
          <p:nvPr>
            <p:ph sz="quarter" idx="11"/>
          </p:nvPr>
        </p:nvSpPr>
        <p:spPr>
          <a:xfrm>
            <a:off x="828737" y="1632944"/>
            <a:ext cx="7603571" cy="3886200"/>
          </a:xfrm>
        </p:spPr>
        <p:txBody>
          <a:bodyPr lIns="0" tIns="0" rIns="0" bIns="0">
            <a:noAutofit/>
          </a:bodyPr>
          <a:lstStyle>
            <a:lvl1pPr marL="0" indent="0">
              <a:spcBef>
                <a:spcPts val="1067"/>
              </a:spcBef>
              <a:buNone/>
              <a:defRPr sz="2400">
                <a:solidFill>
                  <a:srgbClr val="002A41"/>
                </a:solidFill>
                <a:latin typeface="Arial"/>
                <a:cs typeface="Arial"/>
              </a:defRPr>
            </a:lvl1pPr>
            <a:lvl2pPr marL="383990" indent="-383990">
              <a:spcBef>
                <a:spcPts val="1067"/>
              </a:spcBef>
              <a:buClr>
                <a:srgbClr val="68246D"/>
              </a:buClr>
              <a:buFont typeface="Arial"/>
              <a:buChar char="•"/>
              <a:defRPr sz="2400">
                <a:solidFill>
                  <a:srgbClr val="002A41"/>
                </a:solidFill>
                <a:latin typeface="Arial"/>
                <a:cs typeface="Arial"/>
              </a:defRPr>
            </a:lvl2pPr>
            <a:lvl3pPr marL="767981" indent="-383990">
              <a:spcBef>
                <a:spcPts val="1067"/>
              </a:spcBef>
              <a:buFont typeface="Lucida Grande"/>
              <a:buChar char="–"/>
              <a:defRPr sz="2400">
                <a:solidFill>
                  <a:srgbClr val="002A41"/>
                </a:solidFill>
                <a:latin typeface="Arial"/>
                <a:cs typeface="Arial"/>
              </a:defRPr>
            </a:lvl3pPr>
            <a:lvl4pPr>
              <a:defRPr sz="2400">
                <a:latin typeface="Arial"/>
                <a:cs typeface="Arial"/>
              </a:defRPr>
            </a:lvl4pPr>
            <a:lvl5pPr>
              <a:defRPr sz="2400">
                <a:latin typeface="Arial"/>
                <a:cs typeface="Arial"/>
              </a:defRPr>
            </a:lvl5pPr>
          </a:lstStyle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</p:txBody>
      </p:sp>
    </p:spTree>
    <p:extLst>
      <p:ext uri="{BB962C8B-B14F-4D97-AF65-F5344CB8AC3E}">
        <p14:creationId xmlns:p14="http://schemas.microsoft.com/office/powerpoint/2010/main" val="1449196509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Durham Text Slide - 2 co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28737" y="369979"/>
            <a:ext cx="10536517" cy="1143000"/>
          </a:xfrm>
        </p:spPr>
        <p:txBody>
          <a:bodyPr lIns="0" tIns="0" rIns="0" bIns="0" anchor="t">
            <a:noAutofit/>
          </a:bodyPr>
          <a:lstStyle>
            <a:lvl1pPr algn="l">
              <a:defRPr sz="3200" b="1">
                <a:solidFill>
                  <a:srgbClr val="54145A"/>
                </a:solidFill>
                <a:latin typeface="Arial"/>
                <a:cs typeface="Arial"/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pic>
        <p:nvPicPr>
          <p:cNvPr id="7" name="Picture 6"/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545986" y="6230447"/>
            <a:ext cx="1020673" cy="423471"/>
          </a:xfrm>
          <a:prstGeom prst="rect">
            <a:avLst/>
          </a:prstGeom>
        </p:spPr>
      </p:pic>
      <p:sp>
        <p:nvSpPr>
          <p:cNvPr id="10" name="Content Placeholder 3"/>
          <p:cNvSpPr>
            <a:spLocks noGrp="1"/>
          </p:cNvSpPr>
          <p:nvPr>
            <p:ph sz="quarter" idx="12"/>
          </p:nvPr>
        </p:nvSpPr>
        <p:spPr>
          <a:xfrm>
            <a:off x="828738" y="1632944"/>
            <a:ext cx="5076253" cy="3886200"/>
          </a:xfrm>
        </p:spPr>
        <p:txBody>
          <a:bodyPr lIns="0" tIns="0" rIns="0" bIns="0">
            <a:noAutofit/>
          </a:bodyPr>
          <a:lstStyle>
            <a:lvl1pPr marL="0" indent="0">
              <a:spcBef>
                <a:spcPts val="1067"/>
              </a:spcBef>
              <a:buNone/>
              <a:defRPr sz="2400">
                <a:solidFill>
                  <a:srgbClr val="002A41"/>
                </a:solidFill>
                <a:latin typeface="Arial"/>
                <a:cs typeface="Arial"/>
              </a:defRPr>
            </a:lvl1pPr>
            <a:lvl2pPr marL="383990" indent="-383990">
              <a:spcBef>
                <a:spcPts val="1067"/>
              </a:spcBef>
              <a:buClr>
                <a:srgbClr val="68246D"/>
              </a:buClr>
              <a:buFont typeface="Arial"/>
              <a:buChar char="•"/>
              <a:defRPr sz="2400">
                <a:solidFill>
                  <a:srgbClr val="002A41"/>
                </a:solidFill>
                <a:latin typeface="Arial"/>
                <a:cs typeface="Arial"/>
              </a:defRPr>
            </a:lvl2pPr>
            <a:lvl3pPr marL="767981" indent="-383990">
              <a:spcBef>
                <a:spcPts val="1067"/>
              </a:spcBef>
              <a:buFont typeface="Lucida Grande"/>
              <a:buChar char="–"/>
              <a:defRPr sz="2400">
                <a:solidFill>
                  <a:srgbClr val="002A41"/>
                </a:solidFill>
                <a:latin typeface="Arial"/>
                <a:cs typeface="Arial"/>
              </a:defRPr>
            </a:lvl3pPr>
            <a:lvl4pPr>
              <a:defRPr sz="2400">
                <a:latin typeface="Arial"/>
                <a:cs typeface="Arial"/>
              </a:defRPr>
            </a:lvl4pPr>
            <a:lvl5pPr>
              <a:defRPr sz="2400">
                <a:latin typeface="Arial"/>
                <a:cs typeface="Arial"/>
              </a:defRPr>
            </a:lvl5pPr>
          </a:lstStyle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</p:txBody>
      </p:sp>
      <p:sp>
        <p:nvSpPr>
          <p:cNvPr id="12" name="Content Placeholder 3"/>
          <p:cNvSpPr>
            <a:spLocks noGrp="1"/>
          </p:cNvSpPr>
          <p:nvPr>
            <p:ph sz="quarter" idx="13"/>
          </p:nvPr>
        </p:nvSpPr>
        <p:spPr>
          <a:xfrm>
            <a:off x="6289002" y="1632944"/>
            <a:ext cx="5076253" cy="3886200"/>
          </a:xfrm>
        </p:spPr>
        <p:txBody>
          <a:bodyPr lIns="0" tIns="0" rIns="0" bIns="0">
            <a:noAutofit/>
          </a:bodyPr>
          <a:lstStyle>
            <a:lvl1pPr marL="0" indent="0">
              <a:spcBef>
                <a:spcPts val="1067"/>
              </a:spcBef>
              <a:buNone/>
              <a:defRPr sz="2400">
                <a:solidFill>
                  <a:srgbClr val="002A41"/>
                </a:solidFill>
                <a:latin typeface="Arial"/>
                <a:cs typeface="Arial"/>
              </a:defRPr>
            </a:lvl1pPr>
            <a:lvl2pPr marL="383990" indent="-383990">
              <a:spcBef>
                <a:spcPts val="1067"/>
              </a:spcBef>
              <a:buClr>
                <a:srgbClr val="68246D"/>
              </a:buClr>
              <a:buFont typeface="Arial"/>
              <a:buChar char="•"/>
              <a:defRPr sz="2400">
                <a:solidFill>
                  <a:srgbClr val="002A41"/>
                </a:solidFill>
                <a:latin typeface="Arial"/>
                <a:cs typeface="Arial"/>
              </a:defRPr>
            </a:lvl2pPr>
            <a:lvl3pPr marL="767981" indent="-383990">
              <a:spcBef>
                <a:spcPts val="1067"/>
              </a:spcBef>
              <a:buFont typeface="Lucida Grande"/>
              <a:buChar char="–"/>
              <a:defRPr sz="2400">
                <a:solidFill>
                  <a:srgbClr val="002A41"/>
                </a:solidFill>
                <a:latin typeface="Arial"/>
                <a:cs typeface="Arial"/>
              </a:defRPr>
            </a:lvl3pPr>
            <a:lvl4pPr>
              <a:defRPr sz="2400">
                <a:latin typeface="Arial"/>
                <a:cs typeface="Arial"/>
              </a:defRPr>
            </a:lvl4pPr>
            <a:lvl5pPr>
              <a:defRPr sz="2400">
                <a:latin typeface="Arial"/>
                <a:cs typeface="Arial"/>
              </a:defRPr>
            </a:lvl5pPr>
          </a:lstStyle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</p:txBody>
      </p:sp>
    </p:spTree>
    <p:extLst>
      <p:ext uri="{BB962C8B-B14F-4D97-AF65-F5344CB8AC3E}">
        <p14:creationId xmlns:p14="http://schemas.microsoft.com/office/powerpoint/2010/main" val="2770916380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Durham Text Slide - 3 co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28737" y="369979"/>
            <a:ext cx="10536517" cy="1143000"/>
          </a:xfrm>
        </p:spPr>
        <p:txBody>
          <a:bodyPr lIns="0" tIns="0" rIns="0" bIns="0" anchor="t">
            <a:noAutofit/>
          </a:bodyPr>
          <a:lstStyle>
            <a:lvl1pPr algn="l">
              <a:defRPr sz="3200" b="1">
                <a:solidFill>
                  <a:schemeClr val="tx2"/>
                </a:solidFill>
                <a:latin typeface="Arial"/>
                <a:cs typeface="Arial"/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pic>
        <p:nvPicPr>
          <p:cNvPr id="7" name="Picture 6"/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545986" y="6230447"/>
            <a:ext cx="1020673" cy="423471"/>
          </a:xfrm>
          <a:prstGeom prst="rect">
            <a:avLst/>
          </a:prstGeom>
        </p:spPr>
      </p:pic>
      <p:sp>
        <p:nvSpPr>
          <p:cNvPr id="12" name="Content Placeholder 3"/>
          <p:cNvSpPr>
            <a:spLocks noGrp="1"/>
          </p:cNvSpPr>
          <p:nvPr>
            <p:ph sz="quarter" idx="13"/>
          </p:nvPr>
        </p:nvSpPr>
        <p:spPr>
          <a:xfrm>
            <a:off x="828738" y="1632944"/>
            <a:ext cx="3246737" cy="3886200"/>
          </a:xfrm>
        </p:spPr>
        <p:txBody>
          <a:bodyPr lIns="0" tIns="0" rIns="0" bIns="0">
            <a:noAutofit/>
          </a:bodyPr>
          <a:lstStyle>
            <a:lvl1pPr marL="0" indent="0">
              <a:spcBef>
                <a:spcPts val="533"/>
              </a:spcBef>
              <a:buNone/>
              <a:defRPr sz="1867">
                <a:solidFill>
                  <a:srgbClr val="002A41"/>
                </a:solidFill>
                <a:latin typeface="Arial"/>
                <a:cs typeface="Arial"/>
              </a:defRPr>
            </a:lvl1pPr>
            <a:lvl2pPr marL="383990" indent="-383990">
              <a:spcBef>
                <a:spcPts val="533"/>
              </a:spcBef>
              <a:buClr>
                <a:srgbClr val="68246D"/>
              </a:buClr>
              <a:buFont typeface="Arial"/>
              <a:buChar char="•"/>
              <a:defRPr sz="1867">
                <a:solidFill>
                  <a:srgbClr val="002A41"/>
                </a:solidFill>
                <a:latin typeface="Arial"/>
                <a:cs typeface="Arial"/>
              </a:defRPr>
            </a:lvl2pPr>
            <a:lvl3pPr marL="767981" indent="-383990">
              <a:spcBef>
                <a:spcPts val="533"/>
              </a:spcBef>
              <a:buFont typeface="Lucida Grande"/>
              <a:buChar char="–"/>
              <a:defRPr sz="1867">
                <a:solidFill>
                  <a:srgbClr val="002A41"/>
                </a:solidFill>
                <a:latin typeface="Arial"/>
                <a:cs typeface="Arial"/>
              </a:defRPr>
            </a:lvl3pPr>
            <a:lvl4pPr>
              <a:defRPr sz="2400">
                <a:latin typeface="Arial"/>
                <a:cs typeface="Arial"/>
              </a:defRPr>
            </a:lvl4pPr>
            <a:lvl5pPr>
              <a:defRPr sz="2400">
                <a:latin typeface="Arial"/>
                <a:cs typeface="Arial"/>
              </a:defRPr>
            </a:lvl5pPr>
          </a:lstStyle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</p:txBody>
      </p:sp>
      <p:sp>
        <p:nvSpPr>
          <p:cNvPr id="14" name="Content Placeholder 3"/>
          <p:cNvSpPr>
            <a:spLocks noGrp="1"/>
          </p:cNvSpPr>
          <p:nvPr>
            <p:ph sz="quarter" idx="14"/>
          </p:nvPr>
        </p:nvSpPr>
        <p:spPr>
          <a:xfrm>
            <a:off x="4473629" y="1632944"/>
            <a:ext cx="3246737" cy="3886200"/>
          </a:xfrm>
        </p:spPr>
        <p:txBody>
          <a:bodyPr lIns="0" tIns="0" rIns="0" bIns="0">
            <a:noAutofit/>
          </a:bodyPr>
          <a:lstStyle>
            <a:lvl1pPr marL="0" indent="0">
              <a:spcBef>
                <a:spcPts val="533"/>
              </a:spcBef>
              <a:buNone/>
              <a:defRPr sz="1867">
                <a:solidFill>
                  <a:srgbClr val="002A41"/>
                </a:solidFill>
                <a:latin typeface="Arial"/>
                <a:cs typeface="Arial"/>
              </a:defRPr>
            </a:lvl1pPr>
            <a:lvl2pPr marL="383990" indent="-383990">
              <a:spcBef>
                <a:spcPts val="533"/>
              </a:spcBef>
              <a:buClr>
                <a:srgbClr val="68246D"/>
              </a:buClr>
              <a:buFont typeface="Arial"/>
              <a:buChar char="•"/>
              <a:defRPr sz="1867">
                <a:solidFill>
                  <a:srgbClr val="002A41"/>
                </a:solidFill>
                <a:latin typeface="Arial"/>
                <a:cs typeface="Arial"/>
              </a:defRPr>
            </a:lvl2pPr>
            <a:lvl3pPr marL="767981" indent="-383990">
              <a:spcBef>
                <a:spcPts val="533"/>
              </a:spcBef>
              <a:buFont typeface="Lucida Grande"/>
              <a:buChar char="–"/>
              <a:defRPr sz="1867">
                <a:solidFill>
                  <a:srgbClr val="002A41"/>
                </a:solidFill>
                <a:latin typeface="Arial"/>
                <a:cs typeface="Arial"/>
              </a:defRPr>
            </a:lvl3pPr>
            <a:lvl4pPr>
              <a:defRPr sz="2400">
                <a:latin typeface="Arial"/>
                <a:cs typeface="Arial"/>
              </a:defRPr>
            </a:lvl4pPr>
            <a:lvl5pPr>
              <a:defRPr sz="2400">
                <a:latin typeface="Arial"/>
                <a:cs typeface="Arial"/>
              </a:defRPr>
            </a:lvl5pPr>
          </a:lstStyle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</p:txBody>
      </p:sp>
      <p:sp>
        <p:nvSpPr>
          <p:cNvPr id="15" name="Content Placeholder 3"/>
          <p:cNvSpPr>
            <a:spLocks noGrp="1"/>
          </p:cNvSpPr>
          <p:nvPr>
            <p:ph sz="quarter" idx="15"/>
          </p:nvPr>
        </p:nvSpPr>
        <p:spPr>
          <a:xfrm>
            <a:off x="8118518" y="1632944"/>
            <a:ext cx="3246737" cy="3886200"/>
          </a:xfrm>
        </p:spPr>
        <p:txBody>
          <a:bodyPr lIns="0" tIns="0" rIns="0" bIns="0">
            <a:noAutofit/>
          </a:bodyPr>
          <a:lstStyle>
            <a:lvl1pPr marL="0" indent="0">
              <a:spcBef>
                <a:spcPts val="533"/>
              </a:spcBef>
              <a:buNone/>
              <a:defRPr sz="1867">
                <a:solidFill>
                  <a:srgbClr val="002A41"/>
                </a:solidFill>
                <a:latin typeface="Arial"/>
                <a:cs typeface="Arial"/>
              </a:defRPr>
            </a:lvl1pPr>
            <a:lvl2pPr marL="383990" indent="-383990">
              <a:spcBef>
                <a:spcPts val="533"/>
              </a:spcBef>
              <a:buClr>
                <a:srgbClr val="68246D"/>
              </a:buClr>
              <a:buFont typeface="Arial"/>
              <a:buChar char="•"/>
              <a:defRPr sz="1867">
                <a:solidFill>
                  <a:srgbClr val="002A41"/>
                </a:solidFill>
                <a:latin typeface="Arial"/>
                <a:cs typeface="Arial"/>
              </a:defRPr>
            </a:lvl2pPr>
            <a:lvl3pPr marL="767981" indent="-383990">
              <a:spcBef>
                <a:spcPts val="533"/>
              </a:spcBef>
              <a:buFont typeface="Lucida Grande"/>
              <a:buChar char="–"/>
              <a:defRPr sz="1867">
                <a:solidFill>
                  <a:srgbClr val="002A41"/>
                </a:solidFill>
                <a:latin typeface="Arial"/>
                <a:cs typeface="Arial"/>
              </a:defRPr>
            </a:lvl3pPr>
            <a:lvl4pPr>
              <a:defRPr sz="2400">
                <a:latin typeface="Arial"/>
                <a:cs typeface="Arial"/>
              </a:defRPr>
            </a:lvl4pPr>
            <a:lvl5pPr>
              <a:defRPr sz="2400">
                <a:latin typeface="Arial"/>
                <a:cs typeface="Arial"/>
              </a:defRPr>
            </a:lvl5pPr>
          </a:lstStyle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</p:txBody>
      </p:sp>
    </p:spTree>
    <p:extLst>
      <p:ext uri="{BB962C8B-B14F-4D97-AF65-F5344CB8AC3E}">
        <p14:creationId xmlns:p14="http://schemas.microsoft.com/office/powerpoint/2010/main" val="354770624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Durham Breaker Slide">
    <p:bg>
      <p:bgPr>
        <a:solidFill>
          <a:srgbClr val="A5C8D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1" name="Picture 10"/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545986" y="6230447"/>
            <a:ext cx="1020673" cy="423471"/>
          </a:xfrm>
          <a:prstGeom prst="rect">
            <a:avLst/>
          </a:prstGeom>
        </p:spPr>
      </p:pic>
      <p:sp>
        <p:nvSpPr>
          <p:cNvPr id="6" name="Content Placeholder 3"/>
          <p:cNvSpPr>
            <a:spLocks noGrp="1"/>
          </p:cNvSpPr>
          <p:nvPr>
            <p:ph sz="quarter" idx="11"/>
          </p:nvPr>
        </p:nvSpPr>
        <p:spPr>
          <a:xfrm>
            <a:off x="2844658" y="1632944"/>
            <a:ext cx="6891867" cy="3886200"/>
          </a:xfrm>
        </p:spPr>
        <p:txBody>
          <a:bodyPr lIns="0" tIns="0" rIns="0" bIns="0">
            <a:noAutofit/>
          </a:bodyPr>
          <a:lstStyle>
            <a:lvl1pPr marL="0" indent="0">
              <a:spcBef>
                <a:spcPts val="1333"/>
              </a:spcBef>
              <a:buNone/>
              <a:defRPr sz="3200">
                <a:solidFill>
                  <a:srgbClr val="54145A"/>
                </a:solidFill>
                <a:latin typeface="Arial"/>
                <a:cs typeface="Arial"/>
              </a:defRPr>
            </a:lvl1pPr>
            <a:lvl2pPr marL="383990" indent="-383990">
              <a:spcBef>
                <a:spcPts val="1333"/>
              </a:spcBef>
              <a:buClr>
                <a:srgbClr val="68246D"/>
              </a:buClr>
              <a:buFont typeface="Arial"/>
              <a:buChar char="•"/>
              <a:defRPr sz="3200">
                <a:solidFill>
                  <a:srgbClr val="54145A"/>
                </a:solidFill>
                <a:latin typeface="Arial"/>
                <a:cs typeface="Arial"/>
              </a:defRPr>
            </a:lvl2pPr>
            <a:lvl3pPr marL="767981" indent="-383990">
              <a:spcBef>
                <a:spcPts val="1333"/>
              </a:spcBef>
              <a:buFont typeface="Lucida Grande"/>
              <a:buChar char="–"/>
              <a:defRPr sz="3200">
                <a:solidFill>
                  <a:srgbClr val="54145A"/>
                </a:solidFill>
                <a:latin typeface="Arial"/>
                <a:cs typeface="Arial"/>
              </a:defRPr>
            </a:lvl3pPr>
            <a:lvl4pPr>
              <a:defRPr sz="2400">
                <a:latin typeface="Arial"/>
                <a:cs typeface="Arial"/>
              </a:defRPr>
            </a:lvl4pPr>
            <a:lvl5pPr>
              <a:defRPr sz="2400">
                <a:latin typeface="Arial"/>
                <a:cs typeface="Arial"/>
              </a:defRPr>
            </a:lvl5pPr>
          </a:lstStyle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</p:txBody>
      </p:sp>
    </p:spTree>
    <p:extLst>
      <p:ext uri="{BB962C8B-B14F-4D97-AF65-F5344CB8AC3E}">
        <p14:creationId xmlns:p14="http://schemas.microsoft.com/office/powerpoint/2010/main" val="2946740732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obj" preserve="1">
  <p:cSld name="Title Slide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bg object 16"/>
          <p:cNvSpPr/>
          <p:nvPr/>
        </p:nvSpPr>
        <p:spPr>
          <a:xfrm>
            <a:off x="6705600" y="4114798"/>
            <a:ext cx="1379855" cy="1371600"/>
          </a:xfrm>
          <a:custGeom>
            <a:avLst/>
            <a:gdLst/>
            <a:ahLst/>
            <a:cxnLst/>
            <a:rect l="l" t="t" r="r" b="b"/>
            <a:pathLst>
              <a:path w="1379854" h="1371600">
                <a:moveTo>
                  <a:pt x="1371600" y="0"/>
                </a:moveTo>
                <a:lnTo>
                  <a:pt x="0" y="1"/>
                </a:lnTo>
                <a:lnTo>
                  <a:pt x="1143" y="56376"/>
                </a:lnTo>
                <a:lnTo>
                  <a:pt x="3900" y="104096"/>
                </a:lnTo>
                <a:lnTo>
                  <a:pt x="8267" y="151363"/>
                </a:lnTo>
                <a:lnTo>
                  <a:pt x="14218" y="198148"/>
                </a:lnTo>
                <a:lnTo>
                  <a:pt x="21725" y="244427"/>
                </a:lnTo>
                <a:lnTo>
                  <a:pt x="30761" y="290170"/>
                </a:lnTo>
                <a:lnTo>
                  <a:pt x="41298" y="335352"/>
                </a:lnTo>
                <a:lnTo>
                  <a:pt x="53309" y="379944"/>
                </a:lnTo>
                <a:lnTo>
                  <a:pt x="66767" y="423921"/>
                </a:lnTo>
                <a:lnTo>
                  <a:pt x="81645" y="467255"/>
                </a:lnTo>
                <a:lnTo>
                  <a:pt x="97914" y="509919"/>
                </a:lnTo>
                <a:lnTo>
                  <a:pt x="115548" y="551886"/>
                </a:lnTo>
                <a:lnTo>
                  <a:pt x="134519" y="593129"/>
                </a:lnTo>
                <a:lnTo>
                  <a:pt x="154800" y="633622"/>
                </a:lnTo>
                <a:lnTo>
                  <a:pt x="176363" y="673336"/>
                </a:lnTo>
                <a:lnTo>
                  <a:pt x="199182" y="712244"/>
                </a:lnTo>
                <a:lnTo>
                  <a:pt x="223228" y="750321"/>
                </a:lnTo>
                <a:lnTo>
                  <a:pt x="248475" y="787539"/>
                </a:lnTo>
                <a:lnTo>
                  <a:pt x="274895" y="823870"/>
                </a:lnTo>
                <a:lnTo>
                  <a:pt x="302461" y="859288"/>
                </a:lnTo>
                <a:lnTo>
                  <a:pt x="331145" y="893766"/>
                </a:lnTo>
                <a:lnTo>
                  <a:pt x="360920" y="927276"/>
                </a:lnTo>
                <a:lnTo>
                  <a:pt x="391759" y="959792"/>
                </a:lnTo>
                <a:lnTo>
                  <a:pt x="423633" y="991287"/>
                </a:lnTo>
                <a:lnTo>
                  <a:pt x="456517" y="1021733"/>
                </a:lnTo>
                <a:lnTo>
                  <a:pt x="490383" y="1051104"/>
                </a:lnTo>
                <a:lnTo>
                  <a:pt x="525202" y="1079372"/>
                </a:lnTo>
                <a:lnTo>
                  <a:pt x="560948" y="1106511"/>
                </a:lnTo>
                <a:lnTo>
                  <a:pt x="597594" y="1132493"/>
                </a:lnTo>
                <a:lnTo>
                  <a:pt x="635112" y="1157291"/>
                </a:lnTo>
                <a:lnTo>
                  <a:pt x="673474" y="1180879"/>
                </a:lnTo>
                <a:lnTo>
                  <a:pt x="712654" y="1203229"/>
                </a:lnTo>
                <a:lnTo>
                  <a:pt x="752624" y="1224315"/>
                </a:lnTo>
                <a:lnTo>
                  <a:pt x="793356" y="1244109"/>
                </a:lnTo>
                <a:lnTo>
                  <a:pt x="834824" y="1262584"/>
                </a:lnTo>
                <a:lnTo>
                  <a:pt x="877000" y="1279713"/>
                </a:lnTo>
                <a:lnTo>
                  <a:pt x="919856" y="1295469"/>
                </a:lnTo>
                <a:lnTo>
                  <a:pt x="963365" y="1309825"/>
                </a:lnTo>
                <a:lnTo>
                  <a:pt x="1007500" y="1322754"/>
                </a:lnTo>
                <a:lnTo>
                  <a:pt x="1052234" y="1334230"/>
                </a:lnTo>
                <a:lnTo>
                  <a:pt x="1097539" y="1344224"/>
                </a:lnTo>
                <a:lnTo>
                  <a:pt x="1143387" y="1352711"/>
                </a:lnTo>
                <a:lnTo>
                  <a:pt x="1189752" y="1359662"/>
                </a:lnTo>
                <a:lnTo>
                  <a:pt x="1236606" y="1365051"/>
                </a:lnTo>
                <a:lnTo>
                  <a:pt x="1283921" y="1368851"/>
                </a:lnTo>
                <a:lnTo>
                  <a:pt x="1331671" y="1371035"/>
                </a:lnTo>
                <a:lnTo>
                  <a:pt x="1379828" y="1371575"/>
                </a:lnTo>
                <a:lnTo>
                  <a:pt x="1371600" y="0"/>
                </a:lnTo>
                <a:close/>
              </a:path>
            </a:pathLst>
          </a:custGeom>
          <a:solidFill>
            <a:srgbClr val="565F6F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7" name="bg object 17"/>
          <p:cNvSpPr/>
          <p:nvPr/>
        </p:nvSpPr>
        <p:spPr>
          <a:xfrm>
            <a:off x="8077200" y="0"/>
            <a:ext cx="4114800" cy="6858000"/>
          </a:xfrm>
          <a:custGeom>
            <a:avLst/>
            <a:gdLst/>
            <a:ahLst/>
            <a:cxnLst/>
            <a:rect l="l" t="t" r="r" b="b"/>
            <a:pathLst>
              <a:path w="4114800" h="6858000">
                <a:moveTo>
                  <a:pt x="4114749" y="4098340"/>
                </a:moveTo>
                <a:lnTo>
                  <a:pt x="2743200" y="4106570"/>
                </a:lnTo>
                <a:lnTo>
                  <a:pt x="2743200" y="2743200"/>
                </a:lnTo>
                <a:lnTo>
                  <a:pt x="1371600" y="2743200"/>
                </a:lnTo>
                <a:lnTo>
                  <a:pt x="0" y="2743200"/>
                </a:lnTo>
                <a:lnTo>
                  <a:pt x="0" y="4114800"/>
                </a:lnTo>
                <a:lnTo>
                  <a:pt x="1371600" y="4114800"/>
                </a:lnTo>
                <a:lnTo>
                  <a:pt x="1371600" y="5486400"/>
                </a:lnTo>
                <a:lnTo>
                  <a:pt x="0" y="5486400"/>
                </a:lnTo>
                <a:lnTo>
                  <a:pt x="0" y="6858000"/>
                </a:lnTo>
                <a:lnTo>
                  <a:pt x="1371600" y="6858000"/>
                </a:lnTo>
                <a:lnTo>
                  <a:pt x="1436306" y="6857251"/>
                </a:lnTo>
                <a:lnTo>
                  <a:pt x="1484350" y="6855714"/>
                </a:lnTo>
                <a:lnTo>
                  <a:pt x="1532178" y="6853364"/>
                </a:lnTo>
                <a:lnTo>
                  <a:pt x="1579791" y="6850202"/>
                </a:lnTo>
                <a:lnTo>
                  <a:pt x="1627174" y="6846240"/>
                </a:lnTo>
                <a:lnTo>
                  <a:pt x="1674317" y="6841464"/>
                </a:lnTo>
                <a:lnTo>
                  <a:pt x="1721231" y="6835915"/>
                </a:lnTo>
                <a:lnTo>
                  <a:pt x="1767890" y="6829565"/>
                </a:lnTo>
                <a:lnTo>
                  <a:pt x="1814296" y="6822453"/>
                </a:lnTo>
                <a:lnTo>
                  <a:pt x="1860448" y="6814553"/>
                </a:lnTo>
                <a:lnTo>
                  <a:pt x="1906320" y="6805892"/>
                </a:lnTo>
                <a:lnTo>
                  <a:pt x="1951939" y="6796481"/>
                </a:lnTo>
                <a:lnTo>
                  <a:pt x="1997252" y="6786321"/>
                </a:lnTo>
                <a:lnTo>
                  <a:pt x="2042299" y="6775412"/>
                </a:lnTo>
                <a:lnTo>
                  <a:pt x="2087041" y="6763766"/>
                </a:lnTo>
                <a:lnTo>
                  <a:pt x="2131479" y="6751383"/>
                </a:lnTo>
                <a:lnTo>
                  <a:pt x="2175611" y="6738290"/>
                </a:lnTo>
                <a:lnTo>
                  <a:pt x="2219439" y="6724472"/>
                </a:lnTo>
                <a:lnTo>
                  <a:pt x="2262936" y="6709943"/>
                </a:lnTo>
                <a:lnTo>
                  <a:pt x="2306104" y="6694716"/>
                </a:lnTo>
                <a:lnTo>
                  <a:pt x="2348941" y="6678790"/>
                </a:lnTo>
                <a:lnTo>
                  <a:pt x="2391435" y="6662179"/>
                </a:lnTo>
                <a:lnTo>
                  <a:pt x="2433574" y="6644881"/>
                </a:lnTo>
                <a:lnTo>
                  <a:pt x="2475369" y="6626911"/>
                </a:lnTo>
                <a:lnTo>
                  <a:pt x="2516797" y="6608267"/>
                </a:lnTo>
                <a:lnTo>
                  <a:pt x="2557856" y="6588963"/>
                </a:lnTo>
                <a:lnTo>
                  <a:pt x="2598534" y="6569011"/>
                </a:lnTo>
                <a:lnTo>
                  <a:pt x="2638831" y="6548399"/>
                </a:lnTo>
                <a:lnTo>
                  <a:pt x="2678747" y="6527152"/>
                </a:lnTo>
                <a:lnTo>
                  <a:pt x="2718270" y="6505283"/>
                </a:lnTo>
                <a:lnTo>
                  <a:pt x="2757373" y="6482766"/>
                </a:lnTo>
                <a:lnTo>
                  <a:pt x="2796082" y="6459639"/>
                </a:lnTo>
                <a:lnTo>
                  <a:pt x="2834373" y="6435903"/>
                </a:lnTo>
                <a:lnTo>
                  <a:pt x="2872232" y="6411544"/>
                </a:lnTo>
                <a:lnTo>
                  <a:pt x="2909671" y="6386601"/>
                </a:lnTo>
                <a:lnTo>
                  <a:pt x="2946666" y="6361049"/>
                </a:lnTo>
                <a:lnTo>
                  <a:pt x="2983230" y="6334925"/>
                </a:lnTo>
                <a:lnTo>
                  <a:pt x="3019336" y="6308217"/>
                </a:lnTo>
                <a:lnTo>
                  <a:pt x="3054985" y="6280937"/>
                </a:lnTo>
                <a:lnTo>
                  <a:pt x="3090164" y="6253086"/>
                </a:lnTo>
                <a:lnTo>
                  <a:pt x="3124885" y="6224676"/>
                </a:lnTo>
                <a:lnTo>
                  <a:pt x="3159125" y="6195720"/>
                </a:lnTo>
                <a:lnTo>
                  <a:pt x="3192881" y="6166205"/>
                </a:lnTo>
                <a:lnTo>
                  <a:pt x="3226143" y="6136170"/>
                </a:lnTo>
                <a:lnTo>
                  <a:pt x="3258909" y="6105588"/>
                </a:lnTo>
                <a:lnTo>
                  <a:pt x="3291179" y="6074486"/>
                </a:lnTo>
                <a:lnTo>
                  <a:pt x="3322929" y="6042863"/>
                </a:lnTo>
                <a:lnTo>
                  <a:pt x="3354171" y="6010732"/>
                </a:lnTo>
                <a:lnTo>
                  <a:pt x="3384880" y="5978106"/>
                </a:lnTo>
                <a:lnTo>
                  <a:pt x="3415055" y="5944971"/>
                </a:lnTo>
                <a:lnTo>
                  <a:pt x="3444710" y="5911342"/>
                </a:lnTo>
                <a:lnTo>
                  <a:pt x="3473805" y="5877242"/>
                </a:lnTo>
                <a:lnTo>
                  <a:pt x="3502355" y="5842660"/>
                </a:lnTo>
                <a:lnTo>
                  <a:pt x="3530333" y="5807595"/>
                </a:lnTo>
                <a:lnTo>
                  <a:pt x="3557765" y="5772086"/>
                </a:lnTo>
                <a:lnTo>
                  <a:pt x="3584613" y="5736107"/>
                </a:lnTo>
                <a:lnTo>
                  <a:pt x="3610889" y="5699684"/>
                </a:lnTo>
                <a:lnTo>
                  <a:pt x="3636581" y="5662815"/>
                </a:lnTo>
                <a:lnTo>
                  <a:pt x="3661676" y="5625516"/>
                </a:lnTo>
                <a:lnTo>
                  <a:pt x="3686175" y="5587784"/>
                </a:lnTo>
                <a:lnTo>
                  <a:pt x="3710076" y="5549620"/>
                </a:lnTo>
                <a:lnTo>
                  <a:pt x="3733355" y="5511050"/>
                </a:lnTo>
                <a:lnTo>
                  <a:pt x="3756012" y="5472074"/>
                </a:lnTo>
                <a:lnTo>
                  <a:pt x="3778059" y="5432691"/>
                </a:lnTo>
                <a:lnTo>
                  <a:pt x="3799459" y="5392915"/>
                </a:lnTo>
                <a:lnTo>
                  <a:pt x="3820223" y="5352758"/>
                </a:lnTo>
                <a:lnTo>
                  <a:pt x="3840340" y="5312207"/>
                </a:lnTo>
                <a:lnTo>
                  <a:pt x="3859809" y="5271287"/>
                </a:lnTo>
                <a:lnTo>
                  <a:pt x="3878618" y="5229999"/>
                </a:lnTo>
                <a:lnTo>
                  <a:pt x="3896766" y="5188356"/>
                </a:lnTo>
                <a:lnTo>
                  <a:pt x="3914229" y="5146357"/>
                </a:lnTo>
                <a:lnTo>
                  <a:pt x="3931018" y="5104003"/>
                </a:lnTo>
                <a:lnTo>
                  <a:pt x="3947122" y="5061318"/>
                </a:lnTo>
                <a:lnTo>
                  <a:pt x="3962527" y="5018290"/>
                </a:lnTo>
                <a:lnTo>
                  <a:pt x="3977246" y="4974945"/>
                </a:lnTo>
                <a:lnTo>
                  <a:pt x="3991241" y="4931270"/>
                </a:lnTo>
                <a:lnTo>
                  <a:pt x="4004538" y="4887290"/>
                </a:lnTo>
                <a:lnTo>
                  <a:pt x="4017099" y="4843005"/>
                </a:lnTo>
                <a:lnTo>
                  <a:pt x="4028948" y="4798415"/>
                </a:lnTo>
                <a:lnTo>
                  <a:pt x="4040060" y="4753534"/>
                </a:lnTo>
                <a:lnTo>
                  <a:pt x="4050423" y="4708372"/>
                </a:lnTo>
                <a:lnTo>
                  <a:pt x="4060037" y="4662932"/>
                </a:lnTo>
                <a:lnTo>
                  <a:pt x="4068915" y="4617212"/>
                </a:lnTo>
                <a:lnTo>
                  <a:pt x="4077017" y="4571225"/>
                </a:lnTo>
                <a:lnTo>
                  <a:pt x="4084358" y="4524984"/>
                </a:lnTo>
                <a:lnTo>
                  <a:pt x="4090924" y="4478502"/>
                </a:lnTo>
                <a:lnTo>
                  <a:pt x="4096702" y="4431766"/>
                </a:lnTo>
                <a:lnTo>
                  <a:pt x="4101693" y="4384789"/>
                </a:lnTo>
                <a:lnTo>
                  <a:pt x="4105897" y="4337583"/>
                </a:lnTo>
                <a:lnTo>
                  <a:pt x="4109301" y="4290161"/>
                </a:lnTo>
                <a:lnTo>
                  <a:pt x="4111891" y="4242511"/>
                </a:lnTo>
                <a:lnTo>
                  <a:pt x="4113669" y="4194657"/>
                </a:lnTo>
                <a:lnTo>
                  <a:pt x="4114622" y="4146600"/>
                </a:lnTo>
                <a:lnTo>
                  <a:pt x="4114749" y="4098340"/>
                </a:lnTo>
                <a:close/>
              </a:path>
              <a:path w="4114800" h="6858000">
                <a:moveTo>
                  <a:pt x="4114800" y="0"/>
                </a:moveTo>
                <a:lnTo>
                  <a:pt x="2743200" y="0"/>
                </a:lnTo>
                <a:lnTo>
                  <a:pt x="1371600" y="0"/>
                </a:lnTo>
                <a:lnTo>
                  <a:pt x="1371600" y="1371600"/>
                </a:lnTo>
                <a:lnTo>
                  <a:pt x="2743200" y="1371600"/>
                </a:lnTo>
                <a:lnTo>
                  <a:pt x="2743200" y="2743200"/>
                </a:lnTo>
                <a:lnTo>
                  <a:pt x="4114800" y="2743200"/>
                </a:lnTo>
                <a:lnTo>
                  <a:pt x="4114800" y="1371600"/>
                </a:lnTo>
                <a:lnTo>
                  <a:pt x="4114800" y="0"/>
                </a:lnTo>
                <a:close/>
              </a:path>
            </a:pathLst>
          </a:custGeom>
          <a:solidFill>
            <a:srgbClr val="565F6F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" name="Holder 2"/>
          <p:cNvSpPr>
            <a:spLocks noGrp="1"/>
          </p:cNvSpPr>
          <p:nvPr>
            <p:ph type="ctrTitle"/>
          </p:nvPr>
        </p:nvSpPr>
        <p:spPr>
          <a:xfrm>
            <a:off x="383540" y="1599691"/>
            <a:ext cx="3837304" cy="756919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2000" b="0" i="0">
                <a:solidFill>
                  <a:srgbClr val="565F6F"/>
                </a:solidFill>
                <a:latin typeface="Calibri"/>
                <a:cs typeface="Calibri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subTitle" idx="4"/>
          </p:nvPr>
        </p:nvSpPr>
        <p:spPr>
          <a:xfrm>
            <a:off x="1828800" y="3840480"/>
            <a:ext cx="8534400" cy="171450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2400" b="0" i="0">
                <a:solidFill>
                  <a:srgbClr val="2F3442"/>
                </a:solidFill>
                <a:latin typeface="Calibri"/>
                <a:cs typeface="Calibri"/>
              </a:defRPr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1/8/2026</a:t>
            </a:fld>
            <a:endParaRPr lang="en-US"/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2084237667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2000" b="0" i="0">
                <a:solidFill>
                  <a:srgbClr val="565F6F"/>
                </a:solidFill>
                <a:latin typeface="Calibri"/>
                <a:cs typeface="Calibri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body" idx="1"/>
          </p:nvPr>
        </p:nvSpPr>
        <p:spPr/>
        <p:txBody>
          <a:bodyPr lIns="0" tIns="0" rIns="0" bIns="0"/>
          <a:lstStyle>
            <a:lvl1pPr>
              <a:defRPr sz="2400" b="0" i="0">
                <a:solidFill>
                  <a:srgbClr val="2F3442"/>
                </a:solidFill>
                <a:latin typeface="Calibri"/>
                <a:cs typeface="Calibri"/>
              </a:defRPr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1/8/2026</a:t>
            </a:fld>
            <a:endParaRPr lang="en-US"/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676687940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obj" preserve="1">
  <p:cSld name="Blank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6" name="bg object 16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3407190" y="2443921"/>
            <a:ext cx="1009650" cy="254000"/>
          </a:xfrm>
          <a:prstGeom prst="rect">
            <a:avLst/>
          </a:prstGeom>
        </p:spPr>
      </p:pic>
      <p:pic>
        <p:nvPicPr>
          <p:cNvPr id="17" name="bg object 17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9296400" y="2431221"/>
            <a:ext cx="831849" cy="254000"/>
          </a:xfrm>
          <a:prstGeom prst="rect">
            <a:avLst/>
          </a:prstGeom>
        </p:spPr>
      </p:pic>
      <p:sp>
        <p:nvSpPr>
          <p:cNvPr id="2" name="Holder 2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1/8/2026</a:t>
            </a:fld>
            <a:endParaRPr lang="en-US"/>
          </a:p>
        </p:txBody>
      </p:sp>
      <p:sp>
        <p:nvSpPr>
          <p:cNvPr id="4" name="Holder 4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76960882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obj" preserve="1">
  <p:cSld name="Title Only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6" name="bg object 16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3407190" y="2443921"/>
            <a:ext cx="1009650" cy="254000"/>
          </a:xfrm>
          <a:prstGeom prst="rect">
            <a:avLst/>
          </a:prstGeom>
        </p:spPr>
      </p:pic>
      <p:pic>
        <p:nvPicPr>
          <p:cNvPr id="17" name="bg object 17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9296400" y="2431221"/>
            <a:ext cx="831849" cy="254000"/>
          </a:xfrm>
          <a:prstGeom prst="rect">
            <a:avLst/>
          </a:prstGeom>
        </p:spPr>
      </p:pic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2000" b="0" i="0">
                <a:solidFill>
                  <a:srgbClr val="565F6F"/>
                </a:solidFill>
                <a:latin typeface="Calibri"/>
                <a:cs typeface="Calibri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1/8/2026</a:t>
            </a:fld>
            <a:endParaRPr lang="en-US"/>
          </a:p>
        </p:txBody>
      </p:sp>
      <p:sp>
        <p:nvSpPr>
          <p:cNvPr id="5" name="Holder 5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1773245865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2000" b="0" i="0">
                <a:solidFill>
                  <a:srgbClr val="565F6F"/>
                </a:solidFill>
                <a:latin typeface="Calibri"/>
                <a:cs typeface="Calibri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sz="half" idx="2"/>
          </p:nvPr>
        </p:nvSpPr>
        <p:spPr>
          <a:xfrm>
            <a:off x="609600" y="1577340"/>
            <a:ext cx="5303520" cy="452628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sz="half" idx="3"/>
          </p:nvPr>
        </p:nvSpPr>
        <p:spPr>
          <a:xfrm>
            <a:off x="6278880" y="1577340"/>
            <a:ext cx="5303520" cy="452628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6" name="Holder 6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1/8/2026</a:t>
            </a:fld>
            <a:endParaRPr lang="en-US"/>
          </a:p>
        </p:txBody>
      </p:sp>
      <p:sp>
        <p:nvSpPr>
          <p:cNvPr id="7" name="Holder 7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418866446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slideLayout" Target="../slideLayouts/slideLayout12.xml"/><Relationship Id="rId13" Type="http://schemas.openxmlformats.org/officeDocument/2006/relationships/slideLayout" Target="../slideLayouts/slideLayout13.xml"/><Relationship Id="rId14" Type="http://schemas.openxmlformats.org/officeDocument/2006/relationships/slideLayout" Target="../slideLayouts/slideLayout14.xml"/><Relationship Id="rId15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609600" y="274639"/>
            <a:ext cx="109728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09600" y="1600201"/>
            <a:ext cx="109728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609600" y="6356351"/>
            <a:ext cx="284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6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E05189BA-01D0-0648-AF2A-6B4CD6B57EC9}" type="datetimeFigureOut">
              <a:rPr lang="en-US" smtClean="0"/>
              <a:t>1/8/2026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165600" y="6356351"/>
            <a:ext cx="3860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6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737600" y="6356351"/>
            <a:ext cx="284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6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3E1F0FCF-E24C-CA41-A373-9E4EFBCD4E2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13788537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53" r:id="rId1"/>
    <p:sldLayoutId id="2147483654" r:id="rId2"/>
    <p:sldLayoutId id="2147483655" r:id="rId3"/>
    <p:sldLayoutId id="2147483656" r:id="rId4"/>
    <p:sldLayoutId id="2147483657" r:id="rId5"/>
    <p:sldLayoutId id="2147483652" r:id="rId6"/>
    <p:sldLayoutId id="2147483659" r:id="rId7"/>
    <p:sldLayoutId id="2147483660" r:id="rId8"/>
    <p:sldLayoutId id="2147483658" r:id="rId9"/>
    <p:sldLayoutId id="2147483661" r:id="rId10"/>
    <p:sldLayoutId id="2147483662" r:id="rId11"/>
    <p:sldLayoutId id="2147483663" r:id="rId12"/>
    <p:sldLayoutId id="2147483664" r:id="rId13"/>
    <p:sldLayoutId id="2147483665" r:id="rId14"/>
  </p:sldLayoutIdLst>
  <p:txStyles>
    <p:titleStyle>
      <a:lvl1pPr algn="ctr" defTabSz="609585" rtl="0" eaLnBrk="1" latinLnBrk="0" hangingPunct="1">
        <a:spcBef>
          <a:spcPct val="0"/>
        </a:spcBef>
        <a:buNone/>
        <a:defRPr sz="5867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457189" indent="-457189" algn="l" defTabSz="609585" rtl="0" eaLnBrk="1" latinLnBrk="0" hangingPunct="1">
        <a:spcBef>
          <a:spcPct val="20000"/>
        </a:spcBef>
        <a:buFont typeface="Arial"/>
        <a:buChar char="•"/>
        <a:defRPr sz="4267" kern="1200">
          <a:solidFill>
            <a:schemeClr val="tx1"/>
          </a:solidFill>
          <a:latin typeface="+mn-lt"/>
          <a:ea typeface="+mn-ea"/>
          <a:cs typeface="+mn-cs"/>
        </a:defRPr>
      </a:lvl1pPr>
      <a:lvl2pPr marL="990575" indent="-380990" algn="l" defTabSz="609585" rtl="0" eaLnBrk="1" latinLnBrk="0" hangingPunct="1">
        <a:spcBef>
          <a:spcPct val="20000"/>
        </a:spcBef>
        <a:buFont typeface="Arial"/>
        <a:buChar char="–"/>
        <a:defRPr sz="3733" kern="1200">
          <a:solidFill>
            <a:schemeClr val="tx1"/>
          </a:solidFill>
          <a:latin typeface="+mn-lt"/>
          <a:ea typeface="+mn-ea"/>
          <a:cs typeface="+mn-cs"/>
        </a:defRPr>
      </a:lvl2pPr>
      <a:lvl3pPr marL="1523962" indent="-304792" algn="l" defTabSz="609585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3pPr>
      <a:lvl4pPr marL="2133547" indent="-304792" algn="l" defTabSz="609585" rtl="0" eaLnBrk="1" latinLnBrk="0" hangingPunct="1">
        <a:spcBef>
          <a:spcPct val="20000"/>
        </a:spcBef>
        <a:buFont typeface="Arial"/>
        <a:buChar char="–"/>
        <a:defRPr sz="2667" kern="1200">
          <a:solidFill>
            <a:schemeClr val="tx1"/>
          </a:solidFill>
          <a:latin typeface="+mn-lt"/>
          <a:ea typeface="+mn-ea"/>
          <a:cs typeface="+mn-cs"/>
        </a:defRPr>
      </a:lvl4pPr>
      <a:lvl5pPr marL="2743131" indent="-304792" algn="l" defTabSz="609585" rtl="0" eaLnBrk="1" latinLnBrk="0" hangingPunct="1">
        <a:spcBef>
          <a:spcPct val="20000"/>
        </a:spcBef>
        <a:buFont typeface="Arial"/>
        <a:buChar char="»"/>
        <a:defRPr sz="2667" kern="1200">
          <a:solidFill>
            <a:schemeClr val="tx1"/>
          </a:solidFill>
          <a:latin typeface="+mn-lt"/>
          <a:ea typeface="+mn-ea"/>
          <a:cs typeface="+mn-cs"/>
        </a:defRPr>
      </a:lvl5pPr>
      <a:lvl6pPr marL="3352716" indent="-304792" algn="l" defTabSz="609585" rtl="0" eaLnBrk="1" latinLnBrk="0" hangingPunct="1">
        <a:spcBef>
          <a:spcPct val="20000"/>
        </a:spcBef>
        <a:buFont typeface="Arial"/>
        <a:buChar char="•"/>
        <a:defRPr sz="2667" kern="1200">
          <a:solidFill>
            <a:schemeClr val="tx1"/>
          </a:solidFill>
          <a:latin typeface="+mn-lt"/>
          <a:ea typeface="+mn-ea"/>
          <a:cs typeface="+mn-cs"/>
        </a:defRPr>
      </a:lvl6pPr>
      <a:lvl7pPr marL="3962301" indent="-304792" algn="l" defTabSz="609585" rtl="0" eaLnBrk="1" latinLnBrk="0" hangingPunct="1">
        <a:spcBef>
          <a:spcPct val="20000"/>
        </a:spcBef>
        <a:buFont typeface="Arial"/>
        <a:buChar char="•"/>
        <a:defRPr sz="2667" kern="1200">
          <a:solidFill>
            <a:schemeClr val="tx1"/>
          </a:solidFill>
          <a:latin typeface="+mn-lt"/>
          <a:ea typeface="+mn-ea"/>
          <a:cs typeface="+mn-cs"/>
        </a:defRPr>
      </a:lvl7pPr>
      <a:lvl8pPr marL="4571886" indent="-304792" algn="l" defTabSz="609585" rtl="0" eaLnBrk="1" latinLnBrk="0" hangingPunct="1">
        <a:spcBef>
          <a:spcPct val="20000"/>
        </a:spcBef>
        <a:buFont typeface="Arial"/>
        <a:buChar char="•"/>
        <a:defRPr sz="2667" kern="1200">
          <a:solidFill>
            <a:schemeClr val="tx1"/>
          </a:solidFill>
          <a:latin typeface="+mn-lt"/>
          <a:ea typeface="+mn-ea"/>
          <a:cs typeface="+mn-cs"/>
        </a:defRPr>
      </a:lvl8pPr>
      <a:lvl9pPr marL="5181470" indent="-304792" algn="l" defTabSz="609585" rtl="0" eaLnBrk="1" latinLnBrk="0" hangingPunct="1">
        <a:spcBef>
          <a:spcPct val="20000"/>
        </a:spcBef>
        <a:buFont typeface="Arial"/>
        <a:buChar char="•"/>
        <a:defRPr sz="2667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609585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1pPr>
      <a:lvl2pPr marL="609585" algn="l" defTabSz="609585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219170" algn="l" defTabSz="609585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828754" algn="l" defTabSz="609585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4pPr>
      <a:lvl5pPr marL="2438339" algn="l" defTabSz="609585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5pPr>
      <a:lvl6pPr marL="3047924" algn="l" defTabSz="609585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6pPr>
      <a:lvl7pPr marL="3657509" algn="l" defTabSz="609585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7pPr>
      <a:lvl8pPr marL="4267093" algn="l" defTabSz="609585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8pPr>
      <a:lvl9pPr marL="4876678" algn="l" defTabSz="609585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9.pn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0.pn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1.png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>
                <a:solidFill>
                  <a:srgbClr val="000000"/>
                </a:solidFill>
              </a:rPr>
              <a:t>Introduction to Machine Learning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>
                <a:solidFill>
                  <a:srgbClr val="000000"/>
                </a:solidFill>
              </a:rPr>
              <a:t>Understanding the Basics and Applications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>
                <a:solidFill>
                  <a:srgbClr val="000000"/>
                </a:solidFill>
              </a:rPr>
              <a:t>What is Machine Learning?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1" sz="quarter"/>
          </p:nvPr>
        </p:nvSpPr>
        <p:spPr/>
        <p:txBody>
          <a:bodyPr/>
          <a:lstStyle/>
          <a:p>
            <a:r>
              <a:rPr>
                <a:solidFill>
                  <a:srgbClr val="000000"/>
                </a:solidFill>
              </a:rPr>
              <a:t>Machine learning is the design and study of software that learns from data. It allows computers to use past experiences to make future decisions, aiming to generalize rules from examples.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>
                <a:solidFill>
                  <a:srgbClr val="000000"/>
                </a:solidFill>
              </a:rPr>
              <a:t>Key Concept: Generalization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2" sz="quarter"/>
          </p:nvPr>
        </p:nvSpPr>
        <p:spPr/>
        <p:txBody>
          <a:bodyPr/>
          <a:lstStyle/>
          <a:p>
            <a:r>
              <a:rPr>
                <a:solidFill>
                  <a:srgbClr val="000000"/>
                </a:solidFill>
              </a:rPr>
              <a:t>Generalization is the goal of machine learning to induce an unknown rule from examples. It plays a crucial role in making predictions on new data.</a:t>
            </a:r>
          </a:p>
        </p:txBody>
      </p:sp>
      <p:pic>
        <p:nvPicPr>
          <p:cNvPr id="4" name="Picture 3" descr="formula_2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289002" y="1632944"/>
            <a:ext cx="5076253" cy="3886200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>
                <a:solidFill>
                  <a:srgbClr val="000000"/>
                </a:solidFill>
              </a:rPr>
              <a:t>Applications of Machine Learning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1" sz="quarter"/>
          </p:nvPr>
        </p:nvSpPr>
        <p:spPr/>
        <p:txBody>
          <a:bodyPr/>
          <a:lstStyle/>
          <a:p>
            <a:r>
              <a:rPr>
                <a:solidFill>
                  <a:srgbClr val="000000"/>
                </a:solidFill>
              </a:rPr>
              <a:t>Machine learning is central to many industries, impacting areas like finance, healthcare, and autonomous systems. It is also involved in tasks considered uniquely human, such as writing and decision making.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>
                <a:solidFill>
                  <a:srgbClr val="000000"/>
                </a:solidFill>
              </a:rPr>
              <a:t>Example: Linear Regression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2" sz="quarter"/>
          </p:nvPr>
        </p:nvSpPr>
        <p:spPr/>
        <p:txBody>
          <a:bodyPr/>
          <a:lstStyle/>
          <a:p>
            <a:r>
              <a:rPr>
                <a:solidFill>
                  <a:srgbClr val="000000"/>
                </a:solidFill>
              </a:rPr>
              <a:t>Linear regression is a fundamental machine learning algorithm used to predict a continuous target variable based on input features.</a:t>
            </a:r>
          </a:p>
        </p:txBody>
      </p:sp>
      <p:pic>
        <p:nvPicPr>
          <p:cNvPr id="4" name="Picture 3" descr="chart_4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289002" y="1632944"/>
            <a:ext cx="5076253" cy="3886200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>
                <a:solidFill>
                  <a:srgbClr val="000000"/>
                </a:solidFill>
              </a:rPr>
              <a:t>Challenges in Machine Learning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1" sz="quarter"/>
          </p:nvPr>
        </p:nvSpPr>
        <p:spPr/>
        <p:txBody>
          <a:bodyPr/>
          <a:lstStyle/>
          <a:p>
            <a:r>
              <a:rPr>
                <a:solidFill>
                  <a:srgbClr val="000000"/>
                </a:solidFill>
              </a:rPr>
              <a:t>Common challenges include overfitting, underfitting, and ensuring the quality and quantity of data. Addressing these challenges is crucial for successful model deployment.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>
                <a:solidFill>
                  <a:srgbClr val="000000"/>
                </a:solidFill>
              </a:rPr>
              <a:t>Python Code Example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2" sz="quarter"/>
          </p:nvPr>
        </p:nvSpPr>
        <p:spPr/>
        <p:txBody>
          <a:bodyPr/>
          <a:lstStyle/>
          <a:p>
            <a:r>
              <a:rPr>
                <a:solidFill>
                  <a:srgbClr val="000000"/>
                </a:solidFill>
              </a:rPr>
              <a:t>Python is a popular language for implementing machine learning algorithms due to its rich ecosystem of libraries like Scikit-Learn.</a:t>
            </a:r>
          </a:p>
        </p:txBody>
      </p:sp>
      <p:pic>
        <p:nvPicPr>
          <p:cNvPr id="4" name="Picture 3" descr="code_6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289002" y="1632944"/>
            <a:ext cx="5076253" cy="3886200"/>
          </a:xfrm>
          <a:prstGeom prst="rect">
            <a:avLst/>
          </a:prstGeom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>
                <a:solidFill>
                  <a:srgbClr val="000000"/>
                </a:solidFill>
              </a:rPr>
              <a:t>Conclusion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1" sz="quarter"/>
          </p:nvPr>
        </p:nvSpPr>
        <p:spPr/>
        <p:txBody>
          <a:bodyPr/>
          <a:lstStyle/>
          <a:p>
            <a:r>
              <a:rPr>
                <a:solidFill>
                  <a:srgbClr val="000000"/>
                </a:solidFill>
              </a:rPr>
              <a:t>Machine learning is a powerful tool for data-driven decision-making. Understanding its fundamentals and applications can unlock new opportunities across various fields.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Durham University">
      <a:dk1>
        <a:srgbClr val="002A41"/>
      </a:dk1>
      <a:lt1>
        <a:sysClr val="window" lastClr="FFFFFF"/>
      </a:lt1>
      <a:dk2>
        <a:srgbClr val="54145A"/>
      </a:dk2>
      <a:lt2>
        <a:srgbClr val="CBA8B1"/>
      </a:lt2>
      <a:accent1>
        <a:srgbClr val="00AEEF"/>
      </a:accent1>
      <a:accent2>
        <a:srgbClr val="A5C8D0"/>
      </a:accent2>
      <a:accent3>
        <a:srgbClr val="AFA961"/>
      </a:accent3>
      <a:accent4>
        <a:srgbClr val="B3BDB1"/>
      </a:accent4>
      <a:accent5>
        <a:srgbClr val="FFD53A"/>
      </a:accent5>
      <a:accent6>
        <a:srgbClr val="DACDA2"/>
      </a:accent6>
      <a:hlink>
        <a:srgbClr val="BE1E2D"/>
      </a:hlink>
      <a:folHlink>
        <a:srgbClr val="B6AAA7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Durham University_powerpoint 29.08.19 FINAL.potx" id="{15F0B36B-451E-467F-AC1D-6B634029385F}" vid="{75B5DF01-1AD8-4B24-959A-92377C0E24AC}"/>
    </a:ext>
  </a:extLst>
</a:theme>
</file>

<file path=customXml/_rels/item1.xml.rels><?xml version='1.0' encoding='UTF-8' standalone='yes'?>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'1.0' encoding='UTF-8' standalone='yes'?>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'1.0' encoding='UTF-8' standalone='yes'?>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lcf76f155ced4ddcb4097134ff3c332f xmlns="6e6f4c5e-d68b-487b-9c02-caf7e61d6b66">
      <Terms xmlns="http://schemas.microsoft.com/office/infopath/2007/PartnerControls"/>
    </lcf76f155ced4ddcb4097134ff3c332f>
    <TaxCatchAll xmlns="3bf6d2de-cfb7-466c-825b-051a8e3c8b7d" xsi:nil="true"/>
    <SharedWithUsers xmlns="a0bf372a-9d90-4a81-85ce-8e7bbe717490">
      <UserInfo>
        <DisplayName>PRZYBORSKI, STEFAN A.</DisplayName>
        <AccountId>131</AccountId>
        <AccountType/>
      </UserInfo>
      <UserInfo>
        <DisplayName>ROBINSON, MATTHEW</DisplayName>
        <AccountId>50</AccountId>
        <AccountType/>
      </UserInfo>
      <UserInfo>
        <DisplayName>WEBSTER, PAULA</DisplayName>
        <AccountId>65</AccountId>
        <AccountType/>
      </UserInfo>
      <UserInfo>
        <DisplayName>MCDONALD, CLAIRE</DisplayName>
        <AccountId>16</AccountId>
        <AccountType/>
      </UserInfo>
    </SharedWithUsers>
  </documentManagement>
</p:properties>
</file>

<file path=customXml/item2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3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767F80A658ED444C8098A6C8835B3712" ma:contentTypeVersion="16" ma:contentTypeDescription="Create a new document." ma:contentTypeScope="" ma:versionID="5d2edc2167da6d1bb792dea4684e7ecf">
  <xsd:schema xmlns:xsd="http://www.w3.org/2001/XMLSchema" xmlns:xs="http://www.w3.org/2001/XMLSchema" xmlns:p="http://schemas.microsoft.com/office/2006/metadata/properties" xmlns:ns2="6e6f4c5e-d68b-487b-9c02-caf7e61d6b66" xmlns:ns3="a0bf372a-9d90-4a81-85ce-8e7bbe717490" xmlns:ns4="3bf6d2de-cfb7-466c-825b-051a8e3c8b7d" targetNamespace="http://schemas.microsoft.com/office/2006/metadata/properties" ma:root="true" ma:fieldsID="b1a976468ab75df09cdefb8882f83837" ns2:_="" ns3:_="" ns4:_="">
    <xsd:import namespace="6e6f4c5e-d68b-487b-9c02-caf7e61d6b66"/>
    <xsd:import namespace="a0bf372a-9d90-4a81-85ce-8e7bbe717490"/>
    <xsd:import namespace="3bf6d2de-cfb7-466c-825b-051a8e3c8b7d"/>
    <xsd:element name="properties">
      <xsd:complexType>
        <xsd:sequence>
          <xsd:element name="documentManagement">
            <xsd:complexType>
              <xsd:all>
                <xsd:element ref="ns2:MediaServiceMetadata" minOccurs="0"/>
                <xsd:element ref="ns2:MediaServiceFastMetadata" minOccurs="0"/>
                <xsd:element ref="ns2:MediaServiceAutoKeyPoints" minOccurs="0"/>
                <xsd:element ref="ns2:MediaServiceKeyPoints" minOccurs="0"/>
                <xsd:element ref="ns2:MediaServiceAutoTags" minOccurs="0"/>
                <xsd:element ref="ns2:MediaServiceOCR" minOccurs="0"/>
                <xsd:element ref="ns2:MediaServiceGenerationTime" minOccurs="0"/>
                <xsd:element ref="ns2:MediaServiceEventHashCode" minOccurs="0"/>
                <xsd:element ref="ns3:SharedWithUsers" minOccurs="0"/>
                <xsd:element ref="ns3:SharedWithDetails" minOccurs="0"/>
                <xsd:element ref="ns2:MediaServiceDateTaken" minOccurs="0"/>
                <xsd:element ref="ns2:MediaServiceLocation" minOccurs="0"/>
                <xsd:element ref="ns2:lcf76f155ced4ddcb4097134ff3c332f" minOccurs="0"/>
                <xsd:element ref="ns4:TaxCatchAll" minOccurs="0"/>
                <xsd:element ref="ns2:MediaLengthInSeconds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6e6f4c5e-d68b-487b-9c02-caf7e61d6b66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AutoKeyPoints" ma:index="10" nillable="true" ma:displayName="MediaServiceAutoKeyPoints" ma:hidden="true" ma:internalName="MediaServiceAutoKeyPoints" ma:readOnly="true">
      <xsd:simpleType>
        <xsd:restriction base="dms:Note"/>
      </xsd:simpleType>
    </xsd:element>
    <xsd:element name="MediaServiceKeyPoints" ma:index="11" nillable="true" ma:displayName="KeyPoints" ma:internalName="MediaServiceKeyPoints" ma:readOnly="true">
      <xsd:simpleType>
        <xsd:restriction base="dms:Note">
          <xsd:maxLength value="255"/>
        </xsd:restriction>
      </xsd:simpleType>
    </xsd:element>
    <xsd:element name="MediaServiceAutoTags" ma:index="12" nillable="true" ma:displayName="Tags" ma:internalName="MediaServiceAutoTags" ma:readOnly="true">
      <xsd:simpleType>
        <xsd:restriction base="dms:Text"/>
      </xsd:simpleType>
    </xsd:element>
    <xsd:element name="MediaServiceOCR" ma:index="13" nillable="true" ma:displayName="Extracted Text" ma:internalName="MediaServiceOCR" ma:readOnly="true">
      <xsd:simpleType>
        <xsd:restriction base="dms:Note">
          <xsd:maxLength value="255"/>
        </xsd:restriction>
      </xsd:simpleType>
    </xsd:element>
    <xsd:element name="MediaServiceGenerationTime" ma:index="14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EventHashCode" ma:index="15" nillable="true" ma:displayName="MediaServiceEventHashCode" ma:hidden="true" ma:internalName="MediaServiceEventHashCode" ma:readOnly="true">
      <xsd:simpleType>
        <xsd:restriction base="dms:Text"/>
      </xsd:simpleType>
    </xsd:element>
    <xsd:element name="MediaServiceDateTaken" ma:index="18" nillable="true" ma:displayName="MediaServiceDateTaken" ma:hidden="true" ma:internalName="MediaServiceDateTaken" ma:readOnly="true">
      <xsd:simpleType>
        <xsd:restriction base="dms:Text"/>
      </xsd:simpleType>
    </xsd:element>
    <xsd:element name="MediaServiceLocation" ma:index="19" nillable="true" ma:displayName="Location" ma:internalName="MediaServiceLocation" ma:readOnly="true">
      <xsd:simpleType>
        <xsd:restriction base="dms:Text"/>
      </xsd:simpleType>
    </xsd:element>
    <xsd:element name="lcf76f155ced4ddcb4097134ff3c332f" ma:index="21" nillable="true" ma:taxonomy="true" ma:internalName="lcf76f155ced4ddcb4097134ff3c332f" ma:taxonomyFieldName="MediaServiceImageTags" ma:displayName="Image Tags" ma:readOnly="false" ma:fieldId="{5cf76f15-5ced-4ddc-b409-7134ff3c332f}" ma:taxonomyMulti="true" ma:sspId="d651d785-cc9b-461e-a4c9-c589c330ffeb" ma:termSetId="09814cd3-568e-fe90-9814-8d621ff8fb84" ma:anchorId="fba54fb3-c3e1-fe81-a776-ca4b69148c4d" ma:open="true" ma:isKeyword="false">
      <xsd:complexType>
        <xsd:sequence>
          <xsd:element ref="pc:Terms" minOccurs="0" maxOccurs="1"/>
        </xsd:sequence>
      </xsd:complexType>
    </xsd:element>
    <xsd:element name="MediaLengthInSeconds" ma:index="23" nillable="true" ma:displayName="MediaLengthInSeconds" ma:hidden="true" ma:internalName="MediaLengthInSeconds" ma:readOnly="true">
      <xsd:simpleType>
        <xsd:restriction base="dms:Unknown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a0bf372a-9d90-4a81-85ce-8e7bbe717490" elementFormDefault="qualified">
    <xsd:import namespace="http://schemas.microsoft.com/office/2006/documentManagement/types"/>
    <xsd:import namespace="http://schemas.microsoft.com/office/infopath/2007/PartnerControls"/>
    <xsd:element name="SharedWithUsers" ma:index="16" nillable="true" ma:displayName="Shared With" ma:internalName="SharedWithUsers" ma:readOnly="true">
      <xsd:complexType>
        <xsd:complexContent>
          <xsd:extension base="dms:UserMulti">
            <xsd:sequence>
              <xsd:element name="UserInfo" minOccurs="0" maxOccurs="unbounded">
                <xsd:complexType>
                  <xsd:sequence>
                    <xsd:element name="DisplayName" type="xsd:string" minOccurs="0"/>
                    <xsd:element name="AccountId" type="dms:UserId" minOccurs="0" nillable="true"/>
                    <xsd:element name="AccountType" type="xsd:string" minOccurs="0"/>
                  </xsd:sequence>
                </xsd:complexType>
              </xsd:element>
            </xsd:sequence>
          </xsd:extension>
        </xsd:complexContent>
      </xsd:complexType>
    </xsd:element>
    <xsd:element name="SharedWithDetails" ma:index="17" nillable="true" ma:displayName="Shared With Details" ma:internalName="SharedWithDetails" ma:readOnly="true">
      <xsd:simpleType>
        <xsd:restriction base="dms:Note">
          <xsd:maxLength value="255"/>
        </xsd:restriction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3bf6d2de-cfb7-466c-825b-051a8e3c8b7d" elementFormDefault="qualified">
    <xsd:import namespace="http://schemas.microsoft.com/office/2006/documentManagement/types"/>
    <xsd:import namespace="http://schemas.microsoft.com/office/infopath/2007/PartnerControls"/>
    <xsd:element name="TaxCatchAll" ma:index="22" nillable="true" ma:displayName="Taxonomy Catch All Column" ma:hidden="true" ma:list="{cf60340b-b3ab-4429-ad0e-954f6226807c}" ma:internalName="TaxCatchAll" ma:showField="CatchAllData" ma:web="a0bf372a-9d90-4a81-85ce-8e7bbe717490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Content Type"/>
        <xsd:element ref="dc:title" minOccurs="0" maxOccurs="1" ma:index="4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Props1.xml><?xml version="1.0" encoding="utf-8"?>
<ds:datastoreItem xmlns:ds="http://schemas.openxmlformats.org/officeDocument/2006/customXml" ds:itemID="{3824A268-B20B-44AC-8616-436FFCA704C5}">
  <ds:schemaRefs>
    <ds:schemaRef ds:uri="3bf6d2de-cfb7-466c-825b-051a8e3c8b7d"/>
    <ds:schemaRef ds:uri="6e6f4c5e-d68b-487b-9c02-caf7e61d6b66"/>
    <ds:schemaRef ds:uri="http://schemas.microsoft.com/office/2006/metadata/properties"/>
    <ds:schemaRef ds:uri="http://schemas.microsoft.com/office/infopath/2007/PartnerControls"/>
    <ds:schemaRef ds:uri="a0bf372a-9d90-4a81-85ce-8e7bbe717490"/>
  </ds:schemaRefs>
</ds:datastoreItem>
</file>

<file path=customXml/itemProps2.xml><?xml version="1.0" encoding="utf-8"?>
<ds:datastoreItem xmlns:ds="http://schemas.openxmlformats.org/officeDocument/2006/customXml" ds:itemID="{1DE96671-C665-44F0-AC6D-2E9A17D50BEA}">
  <ds:schemaRefs>
    <ds:schemaRef ds:uri="http://schemas.microsoft.com/sharepoint/v3/contenttype/forms"/>
  </ds:schemaRefs>
</ds:datastoreItem>
</file>

<file path=customXml/itemProps3.xml><?xml version="1.0" encoding="utf-8"?>
<ds:datastoreItem xmlns:ds="http://schemas.openxmlformats.org/officeDocument/2006/customXml" ds:itemID="{E4D16294-DC56-4215-A5F8-1F17988B5EFC}">
  <ds:schemaRefs>
    <ds:schemaRef ds:uri="3bf6d2de-cfb7-466c-825b-051a8e3c8b7d"/>
    <ds:schemaRef ds:uri="6e6f4c5e-d68b-487b-9c02-caf7e61d6b66"/>
    <ds:schemaRef ds:uri="a0bf372a-9d90-4a81-85ce-8e7bbe717490"/>
    <ds:schemaRef ds:uri="http://purl.org/dc/elements/1.1/"/>
    <ds:schemaRef ds:uri="http://purl.org/dc/terms/"/>
    <ds:schemaRef ds:uri="http://schemas.microsoft.com/internal/obd"/>
    <ds:schemaRef ds:uri="http://schemas.microsoft.com/office/2006/documentManagement/types"/>
    <ds:schemaRef ds:uri="http://schemas.microsoft.com/office/2006/metadata/contentType"/>
    <ds:schemaRef ds:uri="http://schemas.microsoft.com/office/2006/metadata/properties"/>
    <ds:schemaRef ds:uri="http://schemas.microsoft.com/office/2006/metadata/properties/metaAttributes"/>
    <ds:schemaRef ds:uri="http://schemas.microsoft.com/office/infopath/2007/PartnerControls"/>
    <ds:schemaRef ds:uri="http://schemas.openxmlformats.org/package/2006/metadata/core-properties"/>
    <ds:schemaRef ds:uri="http://www.w3.org/2001/XMLSchema"/>
  </ds:schemaRefs>
</ds:datastoreItem>
</file>

<file path=docProps/app.xml><?xml version="1.0" encoding="utf-8"?>
<Properties xmlns="http://schemas.openxmlformats.org/officeDocument/2006/extended-properties" xmlns:vt="http://schemas.openxmlformats.org/officeDocument/2006/docPropsVTypes">
  <Template>office theme</Template>
  <TotalTime>776</TotalTime>
  <Words>143</Words>
  <Application>Microsoft Office PowerPoint</Application>
  <PresentationFormat>Widescreen</PresentationFormat>
  <Paragraphs>39</Paragraphs>
  <Slides>6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6</vt:i4>
      </vt:variant>
    </vt:vector>
  </HeadingPairs>
  <TitlesOfParts>
    <vt:vector size="11" baseType="lpstr">
      <vt:lpstr>Lucida Grande</vt:lpstr>
      <vt:lpstr>Arial</vt:lpstr>
      <vt:lpstr>Calibri</vt:lpstr>
      <vt:lpstr>Wingdings</vt:lpstr>
      <vt:lpstr>Office Theme</vt:lpstr>
      <vt:lpstr>  Main Topic    subtopic         </vt:lpstr>
      <vt:lpstr>Overview</vt:lpstr>
      <vt:lpstr>Part 1</vt:lpstr>
      <vt:lpstr>Part 2</vt:lpstr>
      <vt:lpstr>Part n</vt:lpstr>
      <vt:lpstr>Ending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MCDONALD, CLAIRE</dc:creator>
  <cp:lastModifiedBy>PANG, CARLOS S. (Student)</cp:lastModifiedBy>
  <cp:revision>126</cp:revision>
  <dcterms:created xsi:type="dcterms:W3CDTF">2022-08-10T15:52:35Z</dcterms:created>
  <dcterms:modified xsi:type="dcterms:W3CDTF">2026-01-08T06:41:32Z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0x010100767F80A658ED444C8098A6C8835B3712</vt:lpwstr>
  </property>
  <property fmtid="{D5CDD505-2E9C-101B-9397-08002B2CF9AE}" pid="3" name="MediaServiceImageTags">
    <vt:lpwstr/>
  </property>
</Properties>
</file>
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Understanding Random Forest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An Introduction to Ensemble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What is a Random Forest?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 random forest is an ensemble method that uses multiple decision trees to improve model accuracy and reduce overfitting. It leverages the concept of bagging to create diverse sets of trees.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How Random Forest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Random forests use a combination of bagging and feature randomness to build each individual tree, aiming to create a diverse set of classifiers. The final decision of the ensemble is made by averaging the predictions of each tree.</a:t>
            </a:r>
          </a:p>
        </p:txBody>
      </p:sp>
      <p:pic>
        <p:nvPicPr>
          <p:cNvPr id="4" name="Picture 3" descr="co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Advantages of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Random forests are robust against overfitting, handle large datasets efficiently, and provide insights into feature importance, making them a versatile tool in machine learning.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Hyperparameters in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Key hyperparameters include the number of trees (n_estimators) and the maximum depth of the trees. Adjusting these can affect both the accuracy and computational efficiency of the model.</a:t>
            </a:r>
          </a:p>
        </p:txBody>
      </p:sp>
      <p:pic>
        <p:nvPicPr>
          <p:cNvPr id="4" name="Picture 3" descr="char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Use Cases of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Random forests are used in various domains including finance for credit scoring, healthcare for predicting diseases, and e-commerce for recommendation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Random forests are a powerful ensemble learning technique that combines multiple decision trees to improve prediction accuracy. By understanding their structure and tuning their parameters, they can be effectively applied to complex datasets.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
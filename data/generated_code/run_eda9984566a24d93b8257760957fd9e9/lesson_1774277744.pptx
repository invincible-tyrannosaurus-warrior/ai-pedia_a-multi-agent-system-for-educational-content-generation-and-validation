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Convolutional Neural Networks (CNNs)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Deep Dive into CNNs and Their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are CNNs?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Convolutional Neural Networks (CNNs) are a class of deep learning models designed to process structured grid data, like images. They are particularly effective for visual recognition tasks.</a:t>
            </a:r>
          </a:p>
        </p:txBody>
      </p:sp>
      <p:pic>
        <p:nvPicPr>
          <p:cNvPr id="4" name="Picture 3" descr="formul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Key Components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CNNs are composed of layers such as convolutional layers, pooling layers, and fully connected layers. Each layer plays a specific role in feature extraction and data abstraction.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Convolutional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convolutional layer applies a number of filters to the input image, extracting features like edges and textures. This operation is crucial for understanding visual data.</a:t>
            </a:r>
          </a:p>
        </p:txBody>
      </p:sp>
      <p:pic>
        <p:nvPicPr>
          <p:cNvPr id="4" name="Picture 3" descr="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CNNs are widely used in applications such as image classification, object detection, and semantic segmentation. They are essential in fields like autonomous driving and medical imaging.</a:t>
            </a:r>
          </a:p>
        </p:txBody>
      </p:sp>
      <p:pic>
        <p:nvPicPr>
          <p:cNvPr id="4" name="Picture 3" descr="co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Advantages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CNNs offer high accuracy in image-related tasks and can automatically detect important features. However, they require large datasets and significant computational power for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Convolutional Neural Networks have transformed the field of computer vision. Their ability to learn complex patterns makes them invaluable for a wide range of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
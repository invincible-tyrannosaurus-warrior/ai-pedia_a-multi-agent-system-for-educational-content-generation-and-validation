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Random Forests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an Ensemble Learning Method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is a Random Forest?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random forest is an ensemble of decision trees used for classification and regression. It leverages bagging to reduce variance and improve prediction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How Random Forests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Random forests create multiple decision trees during training and output the mode of the classes for classification or mean prediction for regression.</a:t>
            </a:r>
          </a:p>
        </p:txBody>
      </p:sp>
      <p:pic>
        <p:nvPicPr>
          <p:cNvPr id="4" name="Picture 3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Advantages of Random Forests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Random forests provide higher accuracy, handle large datasets efficiently, and prevent overfitting compared to single decision trees.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Key Hyperparameters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number of trees, depth of the trees, and number of features considered for splitting are crucial hyperparameters in a random forest.</a:t>
            </a:r>
          </a:p>
        </p:txBody>
      </p:sp>
      <p:pic>
        <p:nvPicPr>
          <p:cNvPr id="4" name="Picture 3" descr="formula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Applications of Random Forests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Random forests are used in finance for risk assessment, in healthcare for disease prediction, and in marketing for customer segmentation.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Random forests are a versatile and powerful tool in machine learning, especially when dealing with complex datasets that require robust prediction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
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Basics, Applications, and Visual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Convolutional Neural Networks (CNNs) are a class of deep learning models primarily used for analyzing visual data. They have been successfully applied to tasks like image and video recognition, image classification,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CNNs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are composed of layers that automatically and adaptively learn spatial hierarchies of features from input images. They typically include convolutional layers, pooling layers, and fully connected layers.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are widely used in various applications: </a:t>
            </a:r>
            <a:br/>
            <a:r>
              <a:rPr>
                <a:solidFill>
                  <a:srgbClr val="000000"/>
                </a:solidFill>
              </a:rPr>
              <a:t>1. Object Detection </a:t>
            </a:r>
            <a:br/>
            <a:r>
              <a:rPr>
                <a:solidFill>
                  <a:srgbClr val="000000"/>
                </a:solidFill>
              </a:rPr>
              <a:t>2. Semantic Segmentation </a:t>
            </a:r>
            <a:br/>
            <a:r>
              <a:rPr>
                <a:solidFill>
                  <a:srgbClr val="000000"/>
                </a:solidFill>
              </a:rPr>
              <a:t>3. Image Classification </a:t>
            </a:r>
            <a:br/>
            <a:r>
              <a:rPr>
                <a:solidFill>
                  <a:srgbClr val="000000"/>
                </a:solidFill>
              </a:rPr>
              <a:t>4. Medical Image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Example: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 image classification, CNNs are used to categorize images into predefined classes. An example of this is the classification of handwritten digits using the MNIST dataset.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Key Components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1. Convolutional Layers: Perform convolution operations to extract features. </a:t>
            </a:r>
            <a:br/>
            <a:r>
              <a:rPr>
                <a:solidFill>
                  <a:srgbClr val="000000"/>
                </a:solidFill>
              </a:rPr>
              <a:t>2. Pooling Layers: Reduce dimensionality. </a:t>
            </a:r>
            <a:br/>
            <a:r>
              <a:rPr>
                <a:solidFill>
                  <a:srgbClr val="000000"/>
                </a:solidFill>
              </a:rPr>
              <a:t>3. Fully Connected Layers: Perform classification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Code Example: Simple CNN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Here is a basic structure of a CNN using Python and popular deep learning libraries like TensorFlow or PyTorch.</a:t>
            </a:r>
          </a:p>
        </p:txBody>
      </p:sp>
      <p:pic>
        <p:nvPicPr>
          <p:cNvPr id="4" name="Picture 3" descr="co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
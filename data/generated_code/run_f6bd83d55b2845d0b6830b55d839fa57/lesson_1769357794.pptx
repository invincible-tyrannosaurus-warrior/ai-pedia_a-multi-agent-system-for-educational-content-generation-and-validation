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Recurrent Neural Networks (RNN)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RNN?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</a:defRPr>
            </a:pPr>
            <a:r>
              <a:t>Recurrent Neural Networks (RNN) are a class of artificial neural networks designed to recognize patterns in sequences of data, such as text, genomes, handwriting, or the numerical time series data like stock markets.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RNN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</a:defRPr>
            </a:pPr>
            <a:r>
              <a:t>RNNs are characterized by their memory that captures information about what has been calculated so far. This is implemented through loops within the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Explaining Backpropagation Through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</a:defRPr>
            </a:pPr>
            <a:r>
              <a:t>RNNs use a learning algorithm called 'Backpropagation Through Time' to update weights.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RNN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</a:defRPr>
            </a:pPr>
            <a:r>
              <a:t>RNNs are widely used in natural language processing, time series prediction, and other sequence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with RNNs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</a:defRPr>
            </a:pPr>
            <a:r>
              <a:t>RNNs often face issues such as gradient vanishing/exploding and limited memory across long sequences.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Improving RNNs: LSTM &amp; GRU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</a:defRPr>
            </a:pPr>
            <a:r>
              <a:t>Long Short-Term Memory (LSTM) and Gated Recurrent Unit (GRU) are popular RNN variants that help mitigate some of the challenges.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</a:defRPr>
            </a:pPr>
            <a:r>
              <a:t>RNNs offer powerful capabilities for sequence prediction and analysis but require careful tuning and potentially sophisticated architectures like LSTM and GRU for optimal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
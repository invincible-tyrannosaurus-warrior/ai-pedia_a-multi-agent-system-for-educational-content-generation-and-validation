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  <p:sldId id="264" r:id="rId1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Think of regression as a way to predict the unknown: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It models the relationship between a dependent variable and independent variables.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There are various types of regression: linear, logistic, polynomial, etc.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Question: "When would you use regression?"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Quote: "Regression analysis is the bread and butter of predictive modeling."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Linear Model: y = mx +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Where: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**y**: Dependent Variable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**m**: Slope of the line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**x**: Independent Variable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**b**: Intercept of the line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Linear regression models a straight line through the data.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Intuition: Best-fit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The goal is to find a line that best fits the data points. This line minimizes the errors when predicting data points.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Question: "What does 'best fit' really mean?"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Function: Mean Squared Error (MSE)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MSE measures the average of the squares of the errors.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Formula: MSE = (1/n) Σ(actual - predicted)^2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Loss helps us quantify how well a model's predictions match the actual data.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Training: Gradient Descent or Normal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Gradient Descent: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Iteratively adjust parameters to minimize the loss.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Normal Equation: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Direct computation of parameters using matrix operations.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Question: "Why choose one method over the other?"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Coefficients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**Slope (m)**: Change in y for a one-unit change in x.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**Intercept (b)**: Value of y when x = 0.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Key Insight: Coefficients reveal the impact of each feature on the target variable.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Train/Test Split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**Train/Test Split**: Essential to test the model on unseen data.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Evaluate performance using metrics: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- **R² Score**: Proportion of variance explained by the model.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- **Root Mean Square Error (RMSE)**: Standard deviation of prediction errors.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 in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**Overfitting**: Model captures noise instead of the underlying relationship.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**Extrapolation**: Predicting outside the range of the training data can lead to errors.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Remember: Always visualize and validate assumptions before trusting predictions.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
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By the end of this session, you will be able to: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Understand the role of CNNs in computer vision.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Describe the function of kernels and filters in convolution.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Explain the concepts of feature maps, padding, and stride.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Identify typical CNN architectures and training processes.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Implement a small CNN model using Python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Intuition Behind Convolutions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Think of convolutions as the way to detect patterns within an image. When you scan a photo, your eyes perceive patterns—edges, shapes, textures.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**Question:** How can a computer mimic this perception?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and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**Kernels/Filters:** Small matrices that move across the input data to extract features.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**Comparison:**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Kernel in image processing vs. Neural Network filter in CNN. Both aim to emphasize certain features over others.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Maps, Padding, and 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Feature maps are created as filters slide over the image.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- **Padding:** Keeps output size same as input.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**Stride:** Dictates how filters slide.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**Code Example:** Python code snippet to demonstrate padding and stride.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What changes data into insight within a CNN?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- **ReLU (Rectified Linear Unit):**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Applies max(0, x) for each pixel.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Speeds up training by introducing non-linearity.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Architectures and Training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**Popular Architectures:** LeNet, AlexNet, VGGNet.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- **Training:**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Loss Function: Computes error.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- Optimizer: Updates weights to minimize loss.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**Question:** What makes CNN architectures powerful for complex data?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Overfitting and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**Issue:** Overfitting occurs when a model learns noise.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**Solutions:** Dropout, Data Augmentation, L2 Regularization.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**Code Walkthrough:** Dive into a provided code setup implementing these mitigations.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
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Modeled after the human vision system.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Specifically designed to process pixel data.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Utilizes convolutional layers to capture spatial hierarchies in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Layer Types: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**Input Layer**: Raw pixel data.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**Convolutional Layer**: Detects features.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**Pooling Layer**: Reduces dimensionality.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**Fully Connected Layer**: Maps features to outputs.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Each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**Input Layer**: Takes in arrays of pixel values.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**Convolutional Layer**: Applies filters for feature detection.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**Pooling Layer**: Performs dimensionality reduction.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**Fully Connected Layer**: Acts as a classifier.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CNN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A simple CNN includes: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1. One Convolutional Layer.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2. One Pooling Layer.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3. A Fully Connected Layer.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4. Softmax or Sigmoid output functions.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GPUs?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Training CNNs requires significant computational power.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GPUs accelerate training by executing parallel computations.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Essential for handling large datasets and deep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Quote &amp; 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"The power of a CNN lies in its ability to automatically learn and extract features directly from raw data."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CNNs are fundamental for image processing tasks.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Constant development in hardware enhances CNN utility.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
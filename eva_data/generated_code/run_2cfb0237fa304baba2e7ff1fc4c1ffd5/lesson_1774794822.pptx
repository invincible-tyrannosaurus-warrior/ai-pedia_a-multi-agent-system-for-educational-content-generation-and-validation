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Linear Regression</a:t>
            </a:r>
          </a:p>
        </p:txBody>
      </p:sp>
      <p:sp>
        <p:nvSpPr>
          <p:cNvPr id="3" name="Subtitle 2"/>
          <p:cNvSpPr>
            <a:spLocks noGrp="1"/>
          </p:cNvSpPr>
          <p:nvPr>
            <p:ph type="subTitle" idx="1"/>
          </p:nvPr>
        </p:nvSpPr>
        <p:spPr/>
        <p:txBody>
          <a:bodyPr/>
          <a:lstStyle/>
          <a:p>
            <a:r>
              <a:rPr>
                <a:solidFill>
                  <a:srgbClr val="000000"/>
                </a:solidFill>
              </a:rPr>
              <a:t>An Introduction to Simple Linear Regression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What is Linear Regression?</a:t>
            </a:r>
          </a:p>
        </p:txBody>
      </p:sp>
      <p:sp>
        <p:nvSpPr>
          <p:cNvPr id="3" name="Content Placeholder 2"/>
          <p:cNvSpPr>
            <a:spLocks noGrp="1"/>
          </p:cNvSpPr>
          <p:nvPr>
            <p:ph idx="11" sz="quarter"/>
          </p:nvPr>
        </p:nvSpPr>
        <p:spPr/>
        <p:txBody>
          <a:bodyPr/>
          <a:lstStyle/>
          <a:p>
            <a:r>
              <a:rPr>
                <a:solidFill>
                  <a:srgbClr val="000000"/>
                </a:solidFill>
              </a:rPr>
              <a:t>Linear regression is a statistical method used to model and analyze the relationships between a dependent variable and one or more independent variables. It helps in predicting the value of the dependent variable based on the values of the independent variables.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Simple Linear Regression</a:t>
            </a:r>
          </a:p>
        </p:txBody>
      </p:sp>
      <p:sp>
        <p:nvSpPr>
          <p:cNvPr id="3" name="Content Placeholder 2"/>
          <p:cNvSpPr>
            <a:spLocks noGrp="1"/>
          </p:cNvSpPr>
          <p:nvPr>
            <p:ph idx="12" sz="quarter"/>
          </p:nvPr>
        </p:nvSpPr>
        <p:spPr/>
        <p:txBody>
          <a:bodyPr/>
          <a:lstStyle/>
          <a:p>
            <a:r>
              <a:rPr>
                <a:solidFill>
                  <a:srgbClr val="000000"/>
                </a:solidFill>
              </a:rPr>
              <a:t>Simple linear regression involves a single explanatory variable and models the relationship as a straight line. It is the foundation for more complex regression models.</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Applications of Linear Regression</a:t>
            </a:r>
          </a:p>
        </p:txBody>
      </p:sp>
      <p:sp>
        <p:nvSpPr>
          <p:cNvPr id="3" name="Content Placeholder 2"/>
          <p:cNvSpPr>
            <a:spLocks noGrp="1"/>
          </p:cNvSpPr>
          <p:nvPr>
            <p:ph idx="11" sz="quarter"/>
          </p:nvPr>
        </p:nvSpPr>
        <p:spPr/>
        <p:txBody>
          <a:bodyPr/>
          <a:lstStyle/>
          <a:p>
            <a:r>
              <a:rPr>
                <a:solidFill>
                  <a:srgbClr val="000000"/>
                </a:solidFill>
              </a:rPr>
              <a:t>Linear regression is used in various fields such as economics for forecasting, biology for growth modeling, and engineering for quality control. It provides insights into how changes in predictors impact the outcome variable.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Example of Linear Regression</a:t>
            </a:r>
          </a:p>
        </p:txBody>
      </p:sp>
      <p:sp>
        <p:nvSpPr>
          <p:cNvPr id="3" name="Content Placeholder 2"/>
          <p:cNvSpPr>
            <a:spLocks noGrp="1"/>
          </p:cNvSpPr>
          <p:nvPr>
            <p:ph idx="12" sz="quarter"/>
          </p:nvPr>
        </p:nvSpPr>
        <p:spPr/>
        <p:txBody>
          <a:bodyPr/>
          <a:lstStyle/>
          <a:p>
            <a:r>
              <a:rPr>
                <a:solidFill>
                  <a:srgbClr val="000000"/>
                </a:solidFill>
              </a:rPr>
              <a:t>Consider a dataset where we predict house prices based on square footage. The relationship can be visualized and analyzed using linear regression.</a:t>
            </a:r>
          </a:p>
        </p:txBody>
      </p:sp>
      <p:pic>
        <p:nvPicPr>
          <p:cNvPr id="4" name="Picture 3" descr="chart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Key Concepts in Linear Regression</a:t>
            </a:r>
          </a:p>
        </p:txBody>
      </p:sp>
      <p:sp>
        <p:nvSpPr>
          <p:cNvPr id="3" name="Content Placeholder 2"/>
          <p:cNvSpPr>
            <a:spLocks noGrp="1"/>
          </p:cNvSpPr>
          <p:nvPr>
            <p:ph idx="11" sz="quarter"/>
          </p:nvPr>
        </p:nvSpPr>
        <p:spPr/>
        <p:txBody>
          <a:bodyPr/>
          <a:lstStyle/>
          <a:p>
            <a:r>
              <a:rPr>
                <a:solidFill>
                  <a:srgbClr val="000000"/>
                </a:solidFill>
              </a:rPr>
              <a:t>Key concepts include the slope and intercept of the line, the coefficient of determination (R²), and residuals. These help in understanding the accuracy and reliability of the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Conclusion</a:t>
            </a:r>
          </a:p>
        </p:txBody>
      </p:sp>
      <p:sp>
        <p:nvSpPr>
          <p:cNvPr id="3" name="Content Placeholder 2"/>
          <p:cNvSpPr>
            <a:spLocks noGrp="1"/>
          </p:cNvSpPr>
          <p:nvPr>
            <p:ph idx="11" sz="quarter"/>
          </p:nvPr>
        </p:nvSpPr>
        <p:spPr/>
        <p:txBody>
          <a:bodyPr/>
          <a:lstStyle/>
          <a:p>
            <a:r>
              <a:rPr>
                <a:solidFill>
                  <a:srgbClr val="000000"/>
                </a:solidFill>
              </a:rPr>
              <a:t>Linear regression is a powerful tool for modeling relationships between variables. Understanding its fundamentals is crucial for exploring more advanced statistical models.</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
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 id="263" r:id="rId1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 Id="rId17"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Naive Bayes</a:t>
            </a:r>
          </a:p>
        </p:txBody>
      </p:sp>
      <p:sp>
        <p:nvSpPr>
          <p:cNvPr id="3" name="Subtitle 2"/>
          <p:cNvSpPr>
            <a:spLocks noGrp="1"/>
          </p:cNvSpPr>
          <p:nvPr>
            <p:ph type="subTitle" idx="1"/>
          </p:nvPr>
        </p:nvSpPr>
        <p:spPr/>
        <p:txBody>
          <a:bodyPr/>
          <a:lstStyle/>
          <a:p>
            <a:r>
              <a:rPr>
                <a:solidFill>
                  <a:srgbClr val="000000"/>
                </a:solidFill>
              </a:rPr>
              <a:t>A Probabilistic Approach to Classification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Bayes' Theorem</a:t>
            </a:r>
          </a:p>
        </p:txBody>
      </p:sp>
      <p:sp>
        <p:nvSpPr>
          <p:cNvPr id="3" name="Content Placeholder 2"/>
          <p:cNvSpPr>
            <a:spLocks noGrp="1"/>
          </p:cNvSpPr>
          <p:nvPr>
            <p:ph idx="11" sz="quarter"/>
          </p:nvPr>
        </p:nvSpPr>
        <p:spPr/>
        <p:txBody>
          <a:bodyPr/>
          <a:lstStyle/>
          <a:p>
            <a:r>
              <a:rPr>
                <a:solidFill>
                  <a:srgbClr val="000000"/>
                </a:solidFill>
              </a:rPr>
              <a:t>Bayes' theorem is a foundational concept in probability that describes the probability of an event based on prior knowledge of related events. It forms the basis for the Naive Bayes classifier, which is used in machine learning for classification tasks.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Formula of Bayes' Theorem</a:t>
            </a:r>
          </a:p>
        </p:txBody>
      </p:sp>
      <p:sp>
        <p:nvSpPr>
          <p:cNvPr id="3" name="Content Placeholder 2"/>
          <p:cNvSpPr>
            <a:spLocks noGrp="1"/>
          </p:cNvSpPr>
          <p:nvPr>
            <p:ph idx="12" sz="quarter"/>
          </p:nvPr>
        </p:nvSpPr>
        <p:spPr/>
        <p:txBody>
          <a:bodyPr/>
          <a:lstStyle/>
          <a:p>
            <a:r>
              <a:rPr>
                <a:solidFill>
                  <a:srgbClr val="000000"/>
                </a:solidFill>
              </a:rPr>
              <a:t>Bayes' theorem can be expressed as P(A|B) = [P(B|A) * P(A)] / P(B). This formula calculates the probability of event A occurring given that event B is true.</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Naive Bayes Assumptions</a:t>
            </a:r>
          </a:p>
        </p:txBody>
      </p:sp>
      <p:sp>
        <p:nvSpPr>
          <p:cNvPr id="3" name="Content Placeholder 2"/>
          <p:cNvSpPr>
            <a:spLocks noGrp="1"/>
          </p:cNvSpPr>
          <p:nvPr>
            <p:ph idx="11" sz="quarter"/>
          </p:nvPr>
        </p:nvSpPr>
        <p:spPr/>
        <p:txBody>
          <a:bodyPr/>
          <a:lstStyle/>
          <a:p>
            <a:r>
              <a:rPr>
                <a:solidFill>
                  <a:srgbClr val="000000"/>
                </a:solidFill>
              </a:rPr>
              <a:t>Naive Bayes assumes that the features used in classification are independent of each other. This assumption simplifies the computation and is often effective even when the independence assumption is violated.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Types of Naive Bayes Classifiers</a:t>
            </a:r>
          </a:p>
        </p:txBody>
      </p:sp>
      <p:sp>
        <p:nvSpPr>
          <p:cNvPr id="3" name="Content Placeholder 2"/>
          <p:cNvSpPr>
            <a:spLocks noGrp="1"/>
          </p:cNvSpPr>
          <p:nvPr>
            <p:ph idx="12" sz="quarter"/>
          </p:nvPr>
        </p:nvSpPr>
        <p:spPr/>
        <p:txBody>
          <a:bodyPr/>
          <a:lstStyle/>
          <a:p>
            <a:r>
              <a:rPr>
                <a:solidFill>
                  <a:srgbClr val="000000"/>
                </a:solidFill>
              </a:rPr>
              <a:t>There are several types of Naive Bayes classifiers including Gaussian, Multinomial, and Bernoulli. Each is suited for different types of data and applications.</a:t>
            </a:r>
          </a:p>
        </p:txBody>
      </p:sp>
      <p:pic>
        <p:nvPicPr>
          <p:cNvPr id="4" name="Picture 3" descr="chart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Application Example: Text Classification</a:t>
            </a:r>
          </a:p>
        </p:txBody>
      </p:sp>
      <p:sp>
        <p:nvSpPr>
          <p:cNvPr id="3" name="Content Placeholder 2"/>
          <p:cNvSpPr>
            <a:spLocks noGrp="1"/>
          </p:cNvSpPr>
          <p:nvPr>
            <p:ph idx="11" sz="quarter"/>
          </p:nvPr>
        </p:nvSpPr>
        <p:spPr/>
        <p:txBody>
          <a:bodyPr/>
          <a:lstStyle/>
          <a:p>
            <a:r>
              <a:rPr>
                <a:solidFill>
                  <a:srgbClr val="000000"/>
                </a:solidFill>
              </a:rPr>
              <a:t>Naive Bayes is widely used in text classification due to its simplicity and effectiveness. It can be employed to classify emails as spam or not spam based on the frequency of words.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Example Code: Naive Bayes with Scikit-Learn</a:t>
            </a:r>
          </a:p>
        </p:txBody>
      </p:sp>
      <p:sp>
        <p:nvSpPr>
          <p:cNvPr id="3" name="Content Placeholder 2"/>
          <p:cNvSpPr>
            <a:spLocks noGrp="1"/>
          </p:cNvSpPr>
          <p:nvPr>
            <p:ph idx="12" sz="quarter"/>
          </p:nvPr>
        </p:nvSpPr>
        <p:spPr/>
        <p:txBody>
          <a:bodyPr/>
          <a:lstStyle/>
          <a:p>
            <a:r>
              <a:rPr>
                <a:solidFill>
                  <a:srgbClr val="000000"/>
                </a:solidFill>
              </a:rPr>
              <a:t>Scikit-Learn, a popular Python library, provides easy-to-use tools to implement Naive Bayes classifiers. Here is a basic example of using Scikit-Learn for classification.</a:t>
            </a:r>
          </a:p>
        </p:txBody>
      </p:sp>
      <p:pic>
        <p:nvPicPr>
          <p:cNvPr id="4" name="Picture 3" descr="code_6.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Conclusion</a:t>
            </a:r>
          </a:p>
        </p:txBody>
      </p:sp>
      <p:sp>
        <p:nvSpPr>
          <p:cNvPr id="3" name="Content Placeholder 2"/>
          <p:cNvSpPr>
            <a:spLocks noGrp="1"/>
          </p:cNvSpPr>
          <p:nvPr>
            <p:ph idx="11" sz="quarter"/>
          </p:nvPr>
        </p:nvSpPr>
        <p:spPr/>
        <p:txBody>
          <a:bodyPr/>
          <a:lstStyle/>
          <a:p>
            <a:r>
              <a:rPr>
                <a:solidFill>
                  <a:srgbClr val="000000"/>
                </a:solidFill>
              </a:rPr>
              <a:t>Naive Bayes is a powerful and efficient algorithm for classification tasks in machine learning. Despite its simplicity and assumption of feature independence, it provides robust results in various applications.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
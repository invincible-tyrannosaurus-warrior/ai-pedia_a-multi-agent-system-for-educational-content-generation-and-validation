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K-Means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the Basics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K-Means is a popular clustering algorithm known for its speed and scalability. It involves partitioning data into K distinct clusters based on feature similarity.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K-Means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algorithm iteratively assigns data points to clusters and adjusts the cluster centroids. The goal is to minimize the variance within each cluster and achieve convergence.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Mathematical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K-Means aims to minimize the sum of squared distances between data points and their respective cluster centroids.</a:t>
            </a:r>
          </a:p>
        </p:txBody>
      </p:sp>
      <p:pic>
        <p:nvPicPr>
          <p:cNvPr id="4" name="Picture 3" descr="formul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Choosing the Right 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Selecting the number of clusters (K) is crucial. It can be determined using methods like the Elbow Method, which evaluates the sum of squared errors for different K values.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K-Means is widely used in market segmentation, image compression, and pattern recognition. It helps in identifying natural groupings in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Python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Here's a basic implementation of K-Means clustering using Python's scikit-learn library.</a:t>
            </a:r>
          </a:p>
        </p:txBody>
      </p:sp>
      <p:pic>
        <p:nvPicPr>
          <p:cNvPr id="4" name="Picture 3" descr="co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K-Means is an efficient clustering technique suitable for large datasets. However, it requires careful selection of K and initial centroids to achieve optimal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
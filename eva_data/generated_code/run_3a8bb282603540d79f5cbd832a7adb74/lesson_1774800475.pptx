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Comprehensive Guide to Polynomial Feature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Transformers are used to alter data representations. This can include converting linear features into polynomial features to improve model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Polynomial Feature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By transforming the data into polynomial features, we can capture nonlinear relationships in the data that simple linear models might miss.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Implementation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Using Python's sklearn library, we can easily apply polynomial transformations. This involves creating a PolynomialFeatures object and fitting it to our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Here's a Python code snippet to demonstrate polynomial transformation and comparing it with linear regression.</a:t>
            </a:r>
          </a:p>
        </p:txBody>
      </p:sp>
      <p:pic>
        <p:nvPicPr>
          <p:cNvPr id="4" name="Picture 3" descr="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chart below compares predictions of a linear model versus a polynomial model, highlighting the improved fit of the latter.</a:t>
            </a:r>
          </a:p>
        </p:txBody>
      </p:sp>
      <p:pic>
        <p:nvPicPr>
          <p:cNvPr id="4" name="Picture 3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Transformers, particularly polynomial transformers, are powerful tools for enhancing model predictions by capturing complex patterns in the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
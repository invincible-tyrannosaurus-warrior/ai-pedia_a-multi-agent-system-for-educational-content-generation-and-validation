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Decision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Guide to Decision Trees in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Decision trees are a nonlinear model used for classification and regression tasks. They mimic human decision-making processes by breaking down data into smaller subsets while at the same time developing an associated decision tree incrementally.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Structure of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decision tree is composed of nodes representing decisions, branches representing outcomes, and leaf nodes representing final decisions or classifications.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Building an Ad Blocker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Decision trees can be used to classify images on a webpage as banner advertisements or page content, demonstrating their applicability in real-world scenarios.</a:t>
            </a:r>
          </a:p>
        </p:txBody>
      </p:sp>
      <p:pic>
        <p:nvPicPr>
          <p:cNvPr id="4" name="Picture 3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of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They are simple to understand and interpret, require little data preparation, and can handle both numerical and categorical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Limitations of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Decision trees can be prone to overfitting, especially with complex trees. They can be unstable with small variations in data leading to a different tree being generated.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While decision trees are not frequently used independently in practice, they are crucial components of more sophisticated models like random forests and boosting algorithms, making their understanding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
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Markov Decision Process (MDP)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Comprehensive Guide to MDP in Reinforcement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MDP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Markov Decision Process (MDP) is a mathematical framework for modeling decision-making where outcomes are partly random and partly under the control of a decision maker. It provides a formalization of sequential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Components of MDP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An MDP consists of states, actions, transition model, and a reward function. These components work together to model the environment and the agent's interaction with it.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State and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state represents the current situation or configuration of the environment. An action is a decision taken by the agent that affects the state of the environment. Transition probabilities determine the likelihood of moving from one state to another after an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Example: Grid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Consider a grid world where an agent navigates a grid to reach a goal. Each cell represents a state, and actions are movements in the grid. The agent receives a reward for reaching the goal.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Policy and Value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policy is a strategy that defines the actions to be taken based on the current state. The value function estimates the expected return of a state, helping to evaluate how good a state is under a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Bellman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Bellman Equation is fundamental in solving MDPs. It provides a recursive decomposition of the value function, allowing for efficient computation of optimal policies.</a:t>
            </a:r>
          </a:p>
        </p:txBody>
      </p:sp>
      <p:pic>
        <p:nvPicPr>
          <p:cNvPr id="4" name="Picture 3" descr="formula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Markov Decision Processes provide a robust framework for modeling decision making in uncertain environments, forming the basis for many reinforcement learning algorithms.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
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media/image7.jpg" ContentType="image/jpg"/>
  <Override PartName="/ppt/media/image8.jpg" ContentType="image/jpg"/>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10"/>
    <p:sldId id="257" r:id="rId9"/>
    <p:sldId id="258" r:id="rId8"/>
    <p:sldId id="259" r:id="rId7"/>
    <p:sldId id="260" r:id="rId6"/>
    <p:sldId id="261" r:id="rId5"/>
    <p:sldId id="262" r:id="rId16"/>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784"/>
    <p:restoredTop sz="94726"/>
  </p:normalViewPr>
  <p:slideViewPr>
    <p:cSldViewPr snapToGrid="0">
      <p:cViewPr varScale="1">
        <p:scale>
          <a:sx n="78" d="100"/>
          <a:sy n="78" d="100"/>
        </p:scale>
        <p:origin x="1075"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6.xml"/><Relationship Id="rId6" Type="http://schemas.openxmlformats.org/officeDocument/2006/relationships/slide" Target="slides/slide5.xml"/><Relationship Id="rId7" Type="http://schemas.openxmlformats.org/officeDocument/2006/relationships/slide" Target="slides/slide4.xml"/><Relationship Id="rId8" Type="http://schemas.openxmlformats.org/officeDocument/2006/relationships/slide" Target="slides/slide3.xml"/><Relationship Id="rId9" Type="http://schemas.openxmlformats.org/officeDocument/2006/relationships/slide" Target="slides/slide2.xml"/><Relationship Id="rId10" Type="http://schemas.openxmlformats.org/officeDocument/2006/relationships/slide" Target="slides/slide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microsoft.com/office/2016/11/relationships/changesInfo" Target="changesInfos/changesInfo1.xml"/><Relationship Id="rId16"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W, EFFIE L." userId="1c3177ca-747b-4691-ad45-4cbdbc050fd1" providerId="ADAL" clId="{06734445-D490-4A90-AC2A-6257025627FB}"/>
    <pc:docChg chg="modSld">
      <pc:chgData name="LAW, EFFIE L." userId="1c3177ca-747b-4691-ad45-4cbdbc050fd1" providerId="ADAL" clId="{06734445-D490-4A90-AC2A-6257025627FB}" dt="2025-10-03T09:12:37.245" v="30" actId="20577"/>
      <pc:docMkLst>
        <pc:docMk/>
      </pc:docMkLst>
      <pc:sldChg chg="modSp mod">
        <pc:chgData name="LAW, EFFIE L." userId="1c3177ca-747b-4691-ad45-4cbdbc050fd1" providerId="ADAL" clId="{06734445-D490-4A90-AC2A-6257025627FB}" dt="2025-10-03T09:12:37.245" v="30" actId="20577"/>
        <pc:sldMkLst>
          <pc:docMk/>
          <pc:sldMk cId="775193986" sldId="258"/>
        </pc:sldMkLst>
        <pc:spChg chg="mod">
          <ac:chgData name="LAW, EFFIE L." userId="1c3177ca-747b-4691-ad45-4cbdbc050fd1" providerId="ADAL" clId="{06734445-D490-4A90-AC2A-6257025627FB}" dt="2025-10-03T09:12:37.245" v="30" actId="20577"/>
          <ac:spMkLst>
            <pc:docMk/>
            <pc:sldMk cId="775193986" sldId="258"/>
            <ac:spMk id="2"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 Id="rId3" Type="http://schemas.openxmlformats.org/officeDocument/2006/relationships/image" Target="../media/image2.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 Id="rId3" Type="http://schemas.openxmlformats.org/officeDocument/2006/relationships/image" Target="../media/image2.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 Id="rId3" Type="http://schemas.openxmlformats.org/officeDocument/2006/relationships/image" Target="../media/image2.emf"/></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emf"/><Relationship Id="rId3" Type="http://schemas.openxmlformats.org/officeDocument/2006/relationships/image" Target="../media/image2.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emf"/><Relationship Id="rId3" Type="http://schemas.openxmlformats.org/officeDocument/2006/relationships/image" Target="../media/image2.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8.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8.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urham Title Slide - Purple">
    <p:bg>
      <p:bgPr>
        <a:solidFill>
          <a:schemeClr val="bg2"/>
        </a:soli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a:stretch>
            <a:fillRect/>
          </a:stretch>
        </p:blipFill>
        <p:spPr>
          <a:xfrm>
            <a:off x="5334000" y="0"/>
            <a:ext cx="6858000" cy="6858000"/>
          </a:xfrm>
          <a:prstGeom prst="rect">
            <a:avLst/>
          </a:prstGeom>
        </p:spPr>
      </p:pic>
      <p:sp>
        <p:nvSpPr>
          <p:cNvPr id="2" name="Title 1"/>
          <p:cNvSpPr>
            <a:spLocks noGrp="1"/>
          </p:cNvSpPr>
          <p:nvPr>
            <p:ph type="ctrTitle"/>
          </p:nvPr>
        </p:nvSpPr>
        <p:spPr>
          <a:xfrm>
            <a:off x="930339" y="1672217"/>
            <a:ext cx="4428563" cy="1470025"/>
          </a:xfrm>
        </p:spPr>
        <p:txBody>
          <a:bodyPr lIns="0" tIns="0" rIns="0" bIns="0" anchor="t">
            <a:noAutofit/>
          </a:bodyPr>
          <a:lstStyle>
            <a:lvl1pPr algn="l">
              <a:lnSpc>
                <a:spcPct val="85000"/>
              </a:lnSpc>
              <a:defRPr sz="3733" b="1">
                <a:solidFill>
                  <a:srgbClr val="002A41"/>
                </a:solidFill>
                <a:latin typeface="Arial"/>
                <a:cs typeface="Arial"/>
              </a:defRPr>
            </a:lvl1pPr>
          </a:lstStyle>
          <a:p>
            <a:r>
              <a:rPr lang="en-US"/>
              <a:t>Click to edit Master title style</a:t>
            </a:r>
          </a:p>
        </p:txBody>
      </p:sp>
      <p:sp>
        <p:nvSpPr>
          <p:cNvPr id="3" name="Subtitle 2"/>
          <p:cNvSpPr>
            <a:spLocks noGrp="1"/>
          </p:cNvSpPr>
          <p:nvPr>
            <p:ph type="subTitle" idx="1"/>
          </p:nvPr>
        </p:nvSpPr>
        <p:spPr>
          <a:xfrm>
            <a:off x="930339" y="3093911"/>
            <a:ext cx="4428563" cy="1752600"/>
          </a:xfrm>
        </p:spPr>
        <p:txBody>
          <a:bodyPr lIns="0" tIns="0" rIns="0" bIns="0" anchor="t">
            <a:noAutofit/>
          </a:bodyPr>
          <a:lstStyle>
            <a:lvl1pPr marL="0" indent="0" algn="l">
              <a:lnSpc>
                <a:spcPct val="90000"/>
              </a:lnSpc>
              <a:buNone/>
              <a:defRPr sz="2667">
                <a:solidFill>
                  <a:srgbClr val="002A41"/>
                </a:solidFill>
                <a:latin typeface="Arial"/>
                <a:cs typeface="Aria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pic>
        <p:nvPicPr>
          <p:cNvPr id="12" name="Picture 11"/>
          <p:cNvPicPr>
            <a:picLocks noChangeAspect="1"/>
          </p:cNvPicPr>
          <p:nvPr userDrawn="1"/>
        </p:nvPicPr>
        <p:blipFill>
          <a:blip r:embed="rId3"/>
          <a:stretch>
            <a:fillRect/>
          </a:stretch>
        </p:blipFill>
        <p:spPr>
          <a:xfrm>
            <a:off x="340659" y="328401"/>
            <a:ext cx="2118005" cy="878747"/>
          </a:xfrm>
          <a:prstGeom prst="rect">
            <a:avLst/>
          </a:prstGeom>
        </p:spPr>
      </p:pic>
    </p:spTree>
    <p:extLst>
      <p:ext uri="{BB962C8B-B14F-4D97-AF65-F5344CB8AC3E}">
        <p14:creationId xmlns:p14="http://schemas.microsoft.com/office/powerpoint/2010/main" val="30328385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Durham Title Slide – Blue">
    <p:bg>
      <p:bgPr>
        <a:solidFill>
          <a:schemeClr val="accent2"/>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stretch>
            <a:fillRect/>
          </a:stretch>
        </p:blipFill>
        <p:spPr>
          <a:xfrm>
            <a:off x="5334000" y="0"/>
            <a:ext cx="6858000" cy="6858000"/>
          </a:xfrm>
          <a:prstGeom prst="rect">
            <a:avLst/>
          </a:prstGeom>
        </p:spPr>
      </p:pic>
      <p:sp>
        <p:nvSpPr>
          <p:cNvPr id="2" name="Title 1"/>
          <p:cNvSpPr>
            <a:spLocks noGrp="1"/>
          </p:cNvSpPr>
          <p:nvPr>
            <p:ph type="ctrTitle"/>
          </p:nvPr>
        </p:nvSpPr>
        <p:spPr>
          <a:xfrm>
            <a:off x="930339" y="1672217"/>
            <a:ext cx="4428563" cy="1470025"/>
          </a:xfrm>
        </p:spPr>
        <p:txBody>
          <a:bodyPr lIns="0" tIns="0" rIns="0" bIns="0" anchor="t">
            <a:noAutofit/>
          </a:bodyPr>
          <a:lstStyle>
            <a:lvl1pPr algn="l">
              <a:lnSpc>
                <a:spcPct val="85000"/>
              </a:lnSpc>
              <a:defRPr sz="3733" b="1">
                <a:solidFill>
                  <a:srgbClr val="002A41"/>
                </a:solidFill>
                <a:latin typeface="Arial"/>
                <a:cs typeface="Arial"/>
              </a:defRPr>
            </a:lvl1pPr>
          </a:lstStyle>
          <a:p>
            <a:r>
              <a:rPr lang="en-US"/>
              <a:t>Click to edit Master title style</a:t>
            </a:r>
          </a:p>
        </p:txBody>
      </p:sp>
      <p:sp>
        <p:nvSpPr>
          <p:cNvPr id="3" name="Subtitle 2"/>
          <p:cNvSpPr>
            <a:spLocks noGrp="1"/>
          </p:cNvSpPr>
          <p:nvPr>
            <p:ph type="subTitle" idx="1"/>
          </p:nvPr>
        </p:nvSpPr>
        <p:spPr>
          <a:xfrm>
            <a:off x="930339" y="3093911"/>
            <a:ext cx="4428563" cy="1752600"/>
          </a:xfrm>
        </p:spPr>
        <p:txBody>
          <a:bodyPr lIns="0" tIns="0" rIns="0" bIns="0" anchor="t">
            <a:noAutofit/>
          </a:bodyPr>
          <a:lstStyle>
            <a:lvl1pPr marL="0" indent="0" algn="l">
              <a:lnSpc>
                <a:spcPct val="90000"/>
              </a:lnSpc>
              <a:buNone/>
              <a:defRPr sz="2667">
                <a:solidFill>
                  <a:srgbClr val="002A41"/>
                </a:solidFill>
                <a:latin typeface="Arial"/>
                <a:cs typeface="Aria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pic>
        <p:nvPicPr>
          <p:cNvPr id="18" name="Picture 17"/>
          <p:cNvPicPr>
            <a:picLocks noChangeAspect="1"/>
          </p:cNvPicPr>
          <p:nvPr userDrawn="1"/>
        </p:nvPicPr>
        <p:blipFill>
          <a:blip r:embed="rId3"/>
          <a:stretch>
            <a:fillRect/>
          </a:stretch>
        </p:blipFill>
        <p:spPr>
          <a:xfrm>
            <a:off x="340659" y="328401"/>
            <a:ext cx="2118005" cy="878747"/>
          </a:xfrm>
          <a:prstGeom prst="rect">
            <a:avLst/>
          </a:prstGeom>
        </p:spPr>
      </p:pic>
    </p:spTree>
    <p:extLst>
      <p:ext uri="{BB962C8B-B14F-4D97-AF65-F5344CB8AC3E}">
        <p14:creationId xmlns:p14="http://schemas.microsoft.com/office/powerpoint/2010/main" val="6020785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Durham Title Slide – Gold">
    <p:bg>
      <p:bgPr>
        <a:solidFill>
          <a:srgbClr val="B3BDB1"/>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stretch>
            <a:fillRect/>
          </a:stretch>
        </p:blipFill>
        <p:spPr>
          <a:xfrm>
            <a:off x="5334000" y="0"/>
            <a:ext cx="6858000" cy="6858000"/>
          </a:xfrm>
          <a:prstGeom prst="rect">
            <a:avLst/>
          </a:prstGeom>
        </p:spPr>
      </p:pic>
      <p:sp>
        <p:nvSpPr>
          <p:cNvPr id="2" name="Title 1"/>
          <p:cNvSpPr>
            <a:spLocks noGrp="1"/>
          </p:cNvSpPr>
          <p:nvPr>
            <p:ph type="ctrTitle"/>
          </p:nvPr>
        </p:nvSpPr>
        <p:spPr>
          <a:xfrm>
            <a:off x="930339" y="1672217"/>
            <a:ext cx="4428563" cy="1470025"/>
          </a:xfrm>
        </p:spPr>
        <p:txBody>
          <a:bodyPr lIns="0" tIns="0" rIns="0" bIns="0" anchor="t">
            <a:noAutofit/>
          </a:bodyPr>
          <a:lstStyle>
            <a:lvl1pPr algn="l">
              <a:lnSpc>
                <a:spcPct val="85000"/>
              </a:lnSpc>
              <a:defRPr sz="3733" b="1">
                <a:solidFill>
                  <a:srgbClr val="002A41"/>
                </a:solidFill>
                <a:latin typeface="Arial"/>
                <a:cs typeface="Arial"/>
              </a:defRPr>
            </a:lvl1pPr>
          </a:lstStyle>
          <a:p>
            <a:r>
              <a:rPr lang="en-US"/>
              <a:t>Click to edit Master title style</a:t>
            </a:r>
          </a:p>
        </p:txBody>
      </p:sp>
      <p:sp>
        <p:nvSpPr>
          <p:cNvPr id="3" name="Subtitle 2"/>
          <p:cNvSpPr>
            <a:spLocks noGrp="1"/>
          </p:cNvSpPr>
          <p:nvPr>
            <p:ph type="subTitle" idx="1"/>
          </p:nvPr>
        </p:nvSpPr>
        <p:spPr>
          <a:xfrm>
            <a:off x="930339" y="3093911"/>
            <a:ext cx="4428563" cy="1752600"/>
          </a:xfrm>
        </p:spPr>
        <p:txBody>
          <a:bodyPr lIns="0" tIns="0" rIns="0" bIns="0" anchor="t">
            <a:noAutofit/>
          </a:bodyPr>
          <a:lstStyle>
            <a:lvl1pPr marL="0" indent="0" algn="l">
              <a:lnSpc>
                <a:spcPct val="90000"/>
              </a:lnSpc>
              <a:buNone/>
              <a:defRPr sz="2667">
                <a:solidFill>
                  <a:srgbClr val="002A41"/>
                </a:solidFill>
                <a:latin typeface="Arial"/>
                <a:cs typeface="Aria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pic>
        <p:nvPicPr>
          <p:cNvPr id="17" name="Picture 16"/>
          <p:cNvPicPr>
            <a:picLocks noChangeAspect="1"/>
          </p:cNvPicPr>
          <p:nvPr userDrawn="1"/>
        </p:nvPicPr>
        <p:blipFill>
          <a:blip r:embed="rId3"/>
          <a:stretch>
            <a:fillRect/>
          </a:stretch>
        </p:blipFill>
        <p:spPr>
          <a:xfrm>
            <a:off x="340659" y="328401"/>
            <a:ext cx="2118005" cy="878747"/>
          </a:xfrm>
          <a:prstGeom prst="rect">
            <a:avLst/>
          </a:prstGeom>
        </p:spPr>
      </p:pic>
    </p:spTree>
    <p:extLst>
      <p:ext uri="{BB962C8B-B14F-4D97-AF65-F5344CB8AC3E}">
        <p14:creationId xmlns:p14="http://schemas.microsoft.com/office/powerpoint/2010/main" val="25689417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Durham Title Slide - Yellow">
    <p:bg>
      <p:bgPr>
        <a:solidFill>
          <a:schemeClr val="accent6"/>
        </a:solidFill>
        <a:effectLst/>
      </p:bgPr>
    </p:bg>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stretch>
            <a:fillRect/>
          </a:stretch>
        </p:blipFill>
        <p:spPr>
          <a:xfrm>
            <a:off x="5334000" y="0"/>
            <a:ext cx="6858000" cy="6858000"/>
          </a:xfrm>
          <a:prstGeom prst="rect">
            <a:avLst/>
          </a:prstGeom>
        </p:spPr>
      </p:pic>
      <p:sp>
        <p:nvSpPr>
          <p:cNvPr id="2" name="Title 1"/>
          <p:cNvSpPr>
            <a:spLocks noGrp="1"/>
          </p:cNvSpPr>
          <p:nvPr>
            <p:ph type="ctrTitle"/>
          </p:nvPr>
        </p:nvSpPr>
        <p:spPr>
          <a:xfrm>
            <a:off x="930339" y="1672217"/>
            <a:ext cx="4428563" cy="1470025"/>
          </a:xfrm>
        </p:spPr>
        <p:txBody>
          <a:bodyPr lIns="0" tIns="0" rIns="0" bIns="0" anchor="t">
            <a:noAutofit/>
          </a:bodyPr>
          <a:lstStyle>
            <a:lvl1pPr algn="l">
              <a:lnSpc>
                <a:spcPct val="85000"/>
              </a:lnSpc>
              <a:defRPr sz="3733" b="1">
                <a:solidFill>
                  <a:srgbClr val="002A41"/>
                </a:solidFill>
                <a:latin typeface="Arial"/>
                <a:cs typeface="Arial"/>
              </a:defRPr>
            </a:lvl1pPr>
          </a:lstStyle>
          <a:p>
            <a:r>
              <a:rPr lang="en-US"/>
              <a:t>Click to edit Master title style</a:t>
            </a:r>
          </a:p>
        </p:txBody>
      </p:sp>
      <p:sp>
        <p:nvSpPr>
          <p:cNvPr id="3" name="Subtitle 2"/>
          <p:cNvSpPr>
            <a:spLocks noGrp="1"/>
          </p:cNvSpPr>
          <p:nvPr>
            <p:ph type="subTitle" idx="1"/>
          </p:nvPr>
        </p:nvSpPr>
        <p:spPr>
          <a:xfrm>
            <a:off x="930339" y="3093911"/>
            <a:ext cx="4428563" cy="1752600"/>
          </a:xfrm>
        </p:spPr>
        <p:txBody>
          <a:bodyPr lIns="0" tIns="0" rIns="0" bIns="0" anchor="t">
            <a:noAutofit/>
          </a:bodyPr>
          <a:lstStyle>
            <a:lvl1pPr marL="0" indent="0" algn="l">
              <a:lnSpc>
                <a:spcPct val="90000"/>
              </a:lnSpc>
              <a:buNone/>
              <a:defRPr sz="2667">
                <a:solidFill>
                  <a:srgbClr val="002A41"/>
                </a:solidFill>
                <a:latin typeface="Arial"/>
                <a:cs typeface="Aria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pic>
        <p:nvPicPr>
          <p:cNvPr id="16" name="Picture 15"/>
          <p:cNvPicPr>
            <a:picLocks noChangeAspect="1"/>
          </p:cNvPicPr>
          <p:nvPr userDrawn="1"/>
        </p:nvPicPr>
        <p:blipFill>
          <a:blip r:embed="rId3"/>
          <a:stretch>
            <a:fillRect/>
          </a:stretch>
        </p:blipFill>
        <p:spPr>
          <a:xfrm>
            <a:off x="340659" y="328401"/>
            <a:ext cx="2118005" cy="878747"/>
          </a:xfrm>
          <a:prstGeom prst="rect">
            <a:avLst/>
          </a:prstGeom>
        </p:spPr>
      </p:pic>
    </p:spTree>
    <p:extLst>
      <p:ext uri="{BB962C8B-B14F-4D97-AF65-F5344CB8AC3E}">
        <p14:creationId xmlns:p14="http://schemas.microsoft.com/office/powerpoint/2010/main" val="14883122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Durham Title Slide – Red">
    <p:bg>
      <p:bgPr>
        <a:solidFill>
          <a:srgbClr val="B6AAA7"/>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stretch>
            <a:fillRect/>
          </a:stretch>
        </p:blipFill>
        <p:spPr>
          <a:xfrm>
            <a:off x="5334000" y="0"/>
            <a:ext cx="6858000" cy="6858000"/>
          </a:xfrm>
          <a:prstGeom prst="rect">
            <a:avLst/>
          </a:prstGeom>
        </p:spPr>
      </p:pic>
      <p:sp>
        <p:nvSpPr>
          <p:cNvPr id="2" name="Title 1"/>
          <p:cNvSpPr>
            <a:spLocks noGrp="1"/>
          </p:cNvSpPr>
          <p:nvPr>
            <p:ph type="ctrTitle"/>
          </p:nvPr>
        </p:nvSpPr>
        <p:spPr>
          <a:xfrm>
            <a:off x="930339" y="1672217"/>
            <a:ext cx="4428563" cy="1470025"/>
          </a:xfrm>
        </p:spPr>
        <p:txBody>
          <a:bodyPr lIns="0" tIns="0" rIns="0" bIns="0" anchor="t">
            <a:noAutofit/>
          </a:bodyPr>
          <a:lstStyle>
            <a:lvl1pPr algn="l">
              <a:lnSpc>
                <a:spcPct val="85000"/>
              </a:lnSpc>
              <a:defRPr sz="3733" b="1">
                <a:solidFill>
                  <a:schemeClr val="tx1"/>
                </a:solidFill>
                <a:latin typeface="Arial"/>
                <a:cs typeface="Arial"/>
              </a:defRPr>
            </a:lvl1pPr>
          </a:lstStyle>
          <a:p>
            <a:r>
              <a:rPr lang="en-US"/>
              <a:t>Click to edit Master title style</a:t>
            </a:r>
          </a:p>
        </p:txBody>
      </p:sp>
      <p:sp>
        <p:nvSpPr>
          <p:cNvPr id="3" name="Subtitle 2"/>
          <p:cNvSpPr>
            <a:spLocks noGrp="1"/>
          </p:cNvSpPr>
          <p:nvPr>
            <p:ph type="subTitle" idx="1"/>
          </p:nvPr>
        </p:nvSpPr>
        <p:spPr>
          <a:xfrm>
            <a:off x="930339" y="3093911"/>
            <a:ext cx="4428563" cy="1752600"/>
          </a:xfrm>
        </p:spPr>
        <p:txBody>
          <a:bodyPr lIns="0" tIns="0" rIns="0" bIns="0" anchor="t">
            <a:noAutofit/>
          </a:bodyPr>
          <a:lstStyle>
            <a:lvl1pPr marL="0" indent="0" algn="l">
              <a:lnSpc>
                <a:spcPct val="90000"/>
              </a:lnSpc>
              <a:buNone/>
              <a:defRPr sz="2667">
                <a:solidFill>
                  <a:srgbClr val="002A41"/>
                </a:solidFill>
                <a:latin typeface="Arial"/>
                <a:cs typeface="Aria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pic>
        <p:nvPicPr>
          <p:cNvPr id="14" name="Picture 13"/>
          <p:cNvPicPr>
            <a:picLocks noChangeAspect="1"/>
          </p:cNvPicPr>
          <p:nvPr userDrawn="1"/>
        </p:nvPicPr>
        <p:blipFill>
          <a:blip r:embed="rId3"/>
          <a:stretch>
            <a:fillRect/>
          </a:stretch>
        </p:blipFill>
        <p:spPr>
          <a:xfrm>
            <a:off x="340659" y="328401"/>
            <a:ext cx="2118005" cy="878747"/>
          </a:xfrm>
          <a:prstGeom prst="rect">
            <a:avLst/>
          </a:prstGeom>
        </p:spPr>
      </p:pic>
    </p:spTree>
    <p:extLst>
      <p:ext uri="{BB962C8B-B14F-4D97-AF65-F5344CB8AC3E}">
        <p14:creationId xmlns:p14="http://schemas.microsoft.com/office/powerpoint/2010/main" val="22477803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urham Text Slide - 1 col">
    <p:spTree>
      <p:nvGrpSpPr>
        <p:cNvPr id="1" name=""/>
        <p:cNvGrpSpPr/>
        <p:nvPr/>
      </p:nvGrpSpPr>
      <p:grpSpPr>
        <a:xfrm>
          <a:off x="0" y="0"/>
          <a:ext cx="0" cy="0"/>
          <a:chOff x="0" y="0"/>
          <a:chExt cx="0" cy="0"/>
        </a:xfrm>
      </p:grpSpPr>
      <p:sp>
        <p:nvSpPr>
          <p:cNvPr id="2" name="Title 1"/>
          <p:cNvSpPr>
            <a:spLocks noGrp="1"/>
          </p:cNvSpPr>
          <p:nvPr>
            <p:ph type="title"/>
          </p:nvPr>
        </p:nvSpPr>
        <p:spPr>
          <a:xfrm>
            <a:off x="828737" y="369979"/>
            <a:ext cx="10536517" cy="1143000"/>
          </a:xfrm>
        </p:spPr>
        <p:txBody>
          <a:bodyPr lIns="0" tIns="0" rIns="0" bIns="0" anchor="t">
            <a:noAutofit/>
          </a:bodyPr>
          <a:lstStyle>
            <a:lvl1pPr algn="l">
              <a:defRPr sz="3200" b="1">
                <a:solidFill>
                  <a:srgbClr val="54145A"/>
                </a:solidFill>
                <a:latin typeface="Arial"/>
                <a:cs typeface="Arial"/>
              </a:defRPr>
            </a:lvl1pPr>
          </a:lstStyle>
          <a:p>
            <a:r>
              <a:rPr lang="en-US"/>
              <a:t>Click to edit Master title style</a:t>
            </a: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45986" y="6230447"/>
            <a:ext cx="1020673" cy="423471"/>
          </a:xfrm>
          <a:prstGeom prst="rect">
            <a:avLst/>
          </a:prstGeom>
        </p:spPr>
      </p:pic>
      <p:sp>
        <p:nvSpPr>
          <p:cNvPr id="4" name="Content Placeholder 3"/>
          <p:cNvSpPr>
            <a:spLocks noGrp="1"/>
          </p:cNvSpPr>
          <p:nvPr>
            <p:ph sz="quarter" idx="11"/>
          </p:nvPr>
        </p:nvSpPr>
        <p:spPr>
          <a:xfrm>
            <a:off x="828737" y="1632944"/>
            <a:ext cx="7603571" cy="3886200"/>
          </a:xfrm>
        </p:spPr>
        <p:txBody>
          <a:bodyPr lIns="0" tIns="0" rIns="0" bIns="0">
            <a:noAutofit/>
          </a:bodyPr>
          <a:lstStyle>
            <a:lvl1pPr marL="0" indent="0">
              <a:spcBef>
                <a:spcPts val="1067"/>
              </a:spcBef>
              <a:buNone/>
              <a:defRPr sz="2400">
                <a:solidFill>
                  <a:srgbClr val="002A41"/>
                </a:solidFill>
                <a:latin typeface="Arial"/>
                <a:cs typeface="Arial"/>
              </a:defRPr>
            </a:lvl1pPr>
            <a:lvl2pPr marL="383990" indent="-383990">
              <a:spcBef>
                <a:spcPts val="1067"/>
              </a:spcBef>
              <a:buClr>
                <a:srgbClr val="68246D"/>
              </a:buClr>
              <a:buFont typeface="Arial"/>
              <a:buChar char="•"/>
              <a:defRPr sz="2400">
                <a:solidFill>
                  <a:srgbClr val="002A41"/>
                </a:solidFill>
                <a:latin typeface="Arial"/>
                <a:cs typeface="Arial"/>
              </a:defRPr>
            </a:lvl2pPr>
            <a:lvl3pPr marL="767981" indent="-383990">
              <a:spcBef>
                <a:spcPts val="1067"/>
              </a:spcBef>
              <a:buFont typeface="Lucida Grande"/>
              <a:buChar char="–"/>
              <a:defRPr sz="2400">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4491965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urham Text Slide - 2 col">
    <p:spTree>
      <p:nvGrpSpPr>
        <p:cNvPr id="1" name=""/>
        <p:cNvGrpSpPr/>
        <p:nvPr/>
      </p:nvGrpSpPr>
      <p:grpSpPr>
        <a:xfrm>
          <a:off x="0" y="0"/>
          <a:ext cx="0" cy="0"/>
          <a:chOff x="0" y="0"/>
          <a:chExt cx="0" cy="0"/>
        </a:xfrm>
      </p:grpSpPr>
      <p:sp>
        <p:nvSpPr>
          <p:cNvPr id="2" name="Title 1"/>
          <p:cNvSpPr>
            <a:spLocks noGrp="1"/>
          </p:cNvSpPr>
          <p:nvPr>
            <p:ph type="title"/>
          </p:nvPr>
        </p:nvSpPr>
        <p:spPr>
          <a:xfrm>
            <a:off x="828737" y="369979"/>
            <a:ext cx="10536517" cy="1143000"/>
          </a:xfrm>
        </p:spPr>
        <p:txBody>
          <a:bodyPr lIns="0" tIns="0" rIns="0" bIns="0" anchor="t">
            <a:noAutofit/>
          </a:bodyPr>
          <a:lstStyle>
            <a:lvl1pPr algn="l">
              <a:defRPr sz="3200" b="1">
                <a:solidFill>
                  <a:srgbClr val="54145A"/>
                </a:solidFill>
                <a:latin typeface="Arial"/>
                <a:cs typeface="Arial"/>
              </a:defRPr>
            </a:lvl1pPr>
          </a:lstStyle>
          <a:p>
            <a:r>
              <a:rPr lang="en-US"/>
              <a:t>Click to edit Master title style</a:t>
            </a: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45986" y="6230447"/>
            <a:ext cx="1020673" cy="423471"/>
          </a:xfrm>
          <a:prstGeom prst="rect">
            <a:avLst/>
          </a:prstGeom>
        </p:spPr>
      </p:pic>
      <p:sp>
        <p:nvSpPr>
          <p:cNvPr id="10" name="Content Placeholder 3"/>
          <p:cNvSpPr>
            <a:spLocks noGrp="1"/>
          </p:cNvSpPr>
          <p:nvPr>
            <p:ph sz="quarter" idx="12"/>
          </p:nvPr>
        </p:nvSpPr>
        <p:spPr>
          <a:xfrm>
            <a:off x="828738" y="1632944"/>
            <a:ext cx="5076253" cy="3886200"/>
          </a:xfrm>
        </p:spPr>
        <p:txBody>
          <a:bodyPr lIns="0" tIns="0" rIns="0" bIns="0">
            <a:noAutofit/>
          </a:bodyPr>
          <a:lstStyle>
            <a:lvl1pPr marL="0" indent="0">
              <a:spcBef>
                <a:spcPts val="1067"/>
              </a:spcBef>
              <a:buNone/>
              <a:defRPr sz="2400">
                <a:solidFill>
                  <a:srgbClr val="002A41"/>
                </a:solidFill>
                <a:latin typeface="Arial"/>
                <a:cs typeface="Arial"/>
              </a:defRPr>
            </a:lvl1pPr>
            <a:lvl2pPr marL="383990" indent="-383990">
              <a:spcBef>
                <a:spcPts val="1067"/>
              </a:spcBef>
              <a:buClr>
                <a:srgbClr val="68246D"/>
              </a:buClr>
              <a:buFont typeface="Arial"/>
              <a:buChar char="•"/>
              <a:defRPr sz="2400">
                <a:solidFill>
                  <a:srgbClr val="002A41"/>
                </a:solidFill>
                <a:latin typeface="Arial"/>
                <a:cs typeface="Arial"/>
              </a:defRPr>
            </a:lvl2pPr>
            <a:lvl3pPr marL="767981" indent="-383990">
              <a:spcBef>
                <a:spcPts val="1067"/>
              </a:spcBef>
              <a:buFont typeface="Lucida Grande"/>
              <a:buChar char="–"/>
              <a:defRPr sz="2400">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
        <p:nvSpPr>
          <p:cNvPr id="12" name="Content Placeholder 3"/>
          <p:cNvSpPr>
            <a:spLocks noGrp="1"/>
          </p:cNvSpPr>
          <p:nvPr>
            <p:ph sz="quarter" idx="13"/>
          </p:nvPr>
        </p:nvSpPr>
        <p:spPr>
          <a:xfrm>
            <a:off x="6289002" y="1632944"/>
            <a:ext cx="5076253" cy="3886200"/>
          </a:xfrm>
        </p:spPr>
        <p:txBody>
          <a:bodyPr lIns="0" tIns="0" rIns="0" bIns="0">
            <a:noAutofit/>
          </a:bodyPr>
          <a:lstStyle>
            <a:lvl1pPr marL="0" indent="0">
              <a:spcBef>
                <a:spcPts val="1067"/>
              </a:spcBef>
              <a:buNone/>
              <a:defRPr sz="2400">
                <a:solidFill>
                  <a:srgbClr val="002A41"/>
                </a:solidFill>
                <a:latin typeface="Arial"/>
                <a:cs typeface="Arial"/>
              </a:defRPr>
            </a:lvl1pPr>
            <a:lvl2pPr marL="383990" indent="-383990">
              <a:spcBef>
                <a:spcPts val="1067"/>
              </a:spcBef>
              <a:buClr>
                <a:srgbClr val="68246D"/>
              </a:buClr>
              <a:buFont typeface="Arial"/>
              <a:buChar char="•"/>
              <a:defRPr sz="2400">
                <a:solidFill>
                  <a:srgbClr val="002A41"/>
                </a:solidFill>
                <a:latin typeface="Arial"/>
                <a:cs typeface="Arial"/>
              </a:defRPr>
            </a:lvl2pPr>
            <a:lvl3pPr marL="767981" indent="-383990">
              <a:spcBef>
                <a:spcPts val="1067"/>
              </a:spcBef>
              <a:buFont typeface="Lucida Grande"/>
              <a:buChar char="–"/>
              <a:defRPr sz="2400">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7709163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urham Text Slide - 3 col">
    <p:spTree>
      <p:nvGrpSpPr>
        <p:cNvPr id="1" name=""/>
        <p:cNvGrpSpPr/>
        <p:nvPr/>
      </p:nvGrpSpPr>
      <p:grpSpPr>
        <a:xfrm>
          <a:off x="0" y="0"/>
          <a:ext cx="0" cy="0"/>
          <a:chOff x="0" y="0"/>
          <a:chExt cx="0" cy="0"/>
        </a:xfrm>
      </p:grpSpPr>
      <p:sp>
        <p:nvSpPr>
          <p:cNvPr id="2" name="Title 1"/>
          <p:cNvSpPr>
            <a:spLocks noGrp="1"/>
          </p:cNvSpPr>
          <p:nvPr>
            <p:ph type="title"/>
          </p:nvPr>
        </p:nvSpPr>
        <p:spPr>
          <a:xfrm>
            <a:off x="828737" y="369979"/>
            <a:ext cx="10536517" cy="1143000"/>
          </a:xfrm>
        </p:spPr>
        <p:txBody>
          <a:bodyPr lIns="0" tIns="0" rIns="0" bIns="0" anchor="t">
            <a:noAutofit/>
          </a:bodyPr>
          <a:lstStyle>
            <a:lvl1pPr algn="l">
              <a:defRPr sz="3200" b="1">
                <a:solidFill>
                  <a:schemeClr val="tx2"/>
                </a:solidFill>
                <a:latin typeface="Arial"/>
                <a:cs typeface="Arial"/>
              </a:defRPr>
            </a:lvl1pPr>
          </a:lstStyle>
          <a:p>
            <a:r>
              <a:rPr lang="en-US"/>
              <a:t>Click to edit Master title style</a:t>
            </a: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45986" y="6230447"/>
            <a:ext cx="1020673" cy="423471"/>
          </a:xfrm>
          <a:prstGeom prst="rect">
            <a:avLst/>
          </a:prstGeom>
        </p:spPr>
      </p:pic>
      <p:sp>
        <p:nvSpPr>
          <p:cNvPr id="12" name="Content Placeholder 3"/>
          <p:cNvSpPr>
            <a:spLocks noGrp="1"/>
          </p:cNvSpPr>
          <p:nvPr>
            <p:ph sz="quarter" idx="13"/>
          </p:nvPr>
        </p:nvSpPr>
        <p:spPr>
          <a:xfrm>
            <a:off x="828738" y="1632944"/>
            <a:ext cx="3246737" cy="3886200"/>
          </a:xfrm>
        </p:spPr>
        <p:txBody>
          <a:bodyPr lIns="0" tIns="0" rIns="0" bIns="0">
            <a:noAutofit/>
          </a:bodyPr>
          <a:lstStyle>
            <a:lvl1pPr marL="0" indent="0">
              <a:spcBef>
                <a:spcPts val="533"/>
              </a:spcBef>
              <a:buNone/>
              <a:defRPr sz="1867">
                <a:solidFill>
                  <a:srgbClr val="002A41"/>
                </a:solidFill>
                <a:latin typeface="Arial"/>
                <a:cs typeface="Arial"/>
              </a:defRPr>
            </a:lvl1pPr>
            <a:lvl2pPr marL="383990" indent="-383990">
              <a:spcBef>
                <a:spcPts val="533"/>
              </a:spcBef>
              <a:buClr>
                <a:srgbClr val="68246D"/>
              </a:buClr>
              <a:buFont typeface="Arial"/>
              <a:buChar char="•"/>
              <a:defRPr sz="1867">
                <a:solidFill>
                  <a:srgbClr val="002A41"/>
                </a:solidFill>
                <a:latin typeface="Arial"/>
                <a:cs typeface="Arial"/>
              </a:defRPr>
            </a:lvl2pPr>
            <a:lvl3pPr marL="767981" indent="-383990">
              <a:spcBef>
                <a:spcPts val="533"/>
              </a:spcBef>
              <a:buFont typeface="Lucida Grande"/>
              <a:buChar char="–"/>
              <a:defRPr sz="1867">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
        <p:nvSpPr>
          <p:cNvPr id="14" name="Content Placeholder 3"/>
          <p:cNvSpPr>
            <a:spLocks noGrp="1"/>
          </p:cNvSpPr>
          <p:nvPr>
            <p:ph sz="quarter" idx="14"/>
          </p:nvPr>
        </p:nvSpPr>
        <p:spPr>
          <a:xfrm>
            <a:off x="4473629" y="1632944"/>
            <a:ext cx="3246737" cy="3886200"/>
          </a:xfrm>
        </p:spPr>
        <p:txBody>
          <a:bodyPr lIns="0" tIns="0" rIns="0" bIns="0">
            <a:noAutofit/>
          </a:bodyPr>
          <a:lstStyle>
            <a:lvl1pPr marL="0" indent="0">
              <a:spcBef>
                <a:spcPts val="533"/>
              </a:spcBef>
              <a:buNone/>
              <a:defRPr sz="1867">
                <a:solidFill>
                  <a:srgbClr val="002A41"/>
                </a:solidFill>
                <a:latin typeface="Arial"/>
                <a:cs typeface="Arial"/>
              </a:defRPr>
            </a:lvl1pPr>
            <a:lvl2pPr marL="383990" indent="-383990">
              <a:spcBef>
                <a:spcPts val="533"/>
              </a:spcBef>
              <a:buClr>
                <a:srgbClr val="68246D"/>
              </a:buClr>
              <a:buFont typeface="Arial"/>
              <a:buChar char="•"/>
              <a:defRPr sz="1867">
                <a:solidFill>
                  <a:srgbClr val="002A41"/>
                </a:solidFill>
                <a:latin typeface="Arial"/>
                <a:cs typeface="Arial"/>
              </a:defRPr>
            </a:lvl2pPr>
            <a:lvl3pPr marL="767981" indent="-383990">
              <a:spcBef>
                <a:spcPts val="533"/>
              </a:spcBef>
              <a:buFont typeface="Lucida Grande"/>
              <a:buChar char="–"/>
              <a:defRPr sz="1867">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
        <p:nvSpPr>
          <p:cNvPr id="15" name="Content Placeholder 3"/>
          <p:cNvSpPr>
            <a:spLocks noGrp="1"/>
          </p:cNvSpPr>
          <p:nvPr>
            <p:ph sz="quarter" idx="15"/>
          </p:nvPr>
        </p:nvSpPr>
        <p:spPr>
          <a:xfrm>
            <a:off x="8118518" y="1632944"/>
            <a:ext cx="3246737" cy="3886200"/>
          </a:xfrm>
        </p:spPr>
        <p:txBody>
          <a:bodyPr lIns="0" tIns="0" rIns="0" bIns="0">
            <a:noAutofit/>
          </a:bodyPr>
          <a:lstStyle>
            <a:lvl1pPr marL="0" indent="0">
              <a:spcBef>
                <a:spcPts val="533"/>
              </a:spcBef>
              <a:buNone/>
              <a:defRPr sz="1867">
                <a:solidFill>
                  <a:srgbClr val="002A41"/>
                </a:solidFill>
                <a:latin typeface="Arial"/>
                <a:cs typeface="Arial"/>
              </a:defRPr>
            </a:lvl1pPr>
            <a:lvl2pPr marL="383990" indent="-383990">
              <a:spcBef>
                <a:spcPts val="533"/>
              </a:spcBef>
              <a:buClr>
                <a:srgbClr val="68246D"/>
              </a:buClr>
              <a:buFont typeface="Arial"/>
              <a:buChar char="•"/>
              <a:defRPr sz="1867">
                <a:solidFill>
                  <a:srgbClr val="002A41"/>
                </a:solidFill>
                <a:latin typeface="Arial"/>
                <a:cs typeface="Arial"/>
              </a:defRPr>
            </a:lvl2pPr>
            <a:lvl3pPr marL="767981" indent="-383990">
              <a:spcBef>
                <a:spcPts val="533"/>
              </a:spcBef>
              <a:buFont typeface="Lucida Grande"/>
              <a:buChar char="–"/>
              <a:defRPr sz="1867">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547706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urham Breaker Slide">
    <p:bg>
      <p:bgPr>
        <a:solidFill>
          <a:srgbClr val="A5C8D0"/>
        </a:soli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45986" y="6230447"/>
            <a:ext cx="1020673" cy="423471"/>
          </a:xfrm>
          <a:prstGeom prst="rect">
            <a:avLst/>
          </a:prstGeom>
        </p:spPr>
      </p:pic>
      <p:sp>
        <p:nvSpPr>
          <p:cNvPr id="6" name="Content Placeholder 3"/>
          <p:cNvSpPr>
            <a:spLocks noGrp="1"/>
          </p:cNvSpPr>
          <p:nvPr>
            <p:ph sz="quarter" idx="11"/>
          </p:nvPr>
        </p:nvSpPr>
        <p:spPr>
          <a:xfrm>
            <a:off x="2844658" y="1632944"/>
            <a:ext cx="6891867" cy="3886200"/>
          </a:xfrm>
        </p:spPr>
        <p:txBody>
          <a:bodyPr lIns="0" tIns="0" rIns="0" bIns="0">
            <a:noAutofit/>
          </a:bodyPr>
          <a:lstStyle>
            <a:lvl1pPr marL="0" indent="0">
              <a:spcBef>
                <a:spcPts val="1333"/>
              </a:spcBef>
              <a:buNone/>
              <a:defRPr sz="3200">
                <a:solidFill>
                  <a:srgbClr val="54145A"/>
                </a:solidFill>
                <a:latin typeface="Arial"/>
                <a:cs typeface="Arial"/>
              </a:defRPr>
            </a:lvl1pPr>
            <a:lvl2pPr marL="383990" indent="-383990">
              <a:spcBef>
                <a:spcPts val="1333"/>
              </a:spcBef>
              <a:buClr>
                <a:srgbClr val="68246D"/>
              </a:buClr>
              <a:buFont typeface="Arial"/>
              <a:buChar char="•"/>
              <a:defRPr sz="3200">
                <a:solidFill>
                  <a:srgbClr val="54145A"/>
                </a:solidFill>
                <a:latin typeface="Arial"/>
                <a:cs typeface="Arial"/>
              </a:defRPr>
            </a:lvl2pPr>
            <a:lvl3pPr marL="767981" indent="-383990">
              <a:spcBef>
                <a:spcPts val="1333"/>
              </a:spcBef>
              <a:buFont typeface="Lucida Grande"/>
              <a:buChar char="–"/>
              <a:defRPr sz="3200">
                <a:solidFill>
                  <a:srgbClr val="54145A"/>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9467407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6705600" y="4114798"/>
            <a:ext cx="1379855" cy="1371600"/>
          </a:xfrm>
          <a:custGeom>
            <a:avLst/>
            <a:gdLst/>
            <a:ahLst/>
            <a:cxnLst/>
            <a:rect l="l" t="t" r="r" b="b"/>
            <a:pathLst>
              <a:path w="1379854" h="1371600">
                <a:moveTo>
                  <a:pt x="1371600" y="0"/>
                </a:moveTo>
                <a:lnTo>
                  <a:pt x="0" y="1"/>
                </a:lnTo>
                <a:lnTo>
                  <a:pt x="1143" y="56376"/>
                </a:lnTo>
                <a:lnTo>
                  <a:pt x="3900" y="104096"/>
                </a:lnTo>
                <a:lnTo>
                  <a:pt x="8267" y="151363"/>
                </a:lnTo>
                <a:lnTo>
                  <a:pt x="14218" y="198148"/>
                </a:lnTo>
                <a:lnTo>
                  <a:pt x="21725" y="244427"/>
                </a:lnTo>
                <a:lnTo>
                  <a:pt x="30761" y="290170"/>
                </a:lnTo>
                <a:lnTo>
                  <a:pt x="41298" y="335352"/>
                </a:lnTo>
                <a:lnTo>
                  <a:pt x="53309" y="379944"/>
                </a:lnTo>
                <a:lnTo>
                  <a:pt x="66767" y="423921"/>
                </a:lnTo>
                <a:lnTo>
                  <a:pt x="81645" y="467255"/>
                </a:lnTo>
                <a:lnTo>
                  <a:pt x="97914" y="509919"/>
                </a:lnTo>
                <a:lnTo>
                  <a:pt x="115548" y="551886"/>
                </a:lnTo>
                <a:lnTo>
                  <a:pt x="134519" y="593129"/>
                </a:lnTo>
                <a:lnTo>
                  <a:pt x="154800" y="633622"/>
                </a:lnTo>
                <a:lnTo>
                  <a:pt x="176363" y="673336"/>
                </a:lnTo>
                <a:lnTo>
                  <a:pt x="199182" y="712244"/>
                </a:lnTo>
                <a:lnTo>
                  <a:pt x="223228" y="750321"/>
                </a:lnTo>
                <a:lnTo>
                  <a:pt x="248475" y="787539"/>
                </a:lnTo>
                <a:lnTo>
                  <a:pt x="274895" y="823870"/>
                </a:lnTo>
                <a:lnTo>
                  <a:pt x="302461" y="859288"/>
                </a:lnTo>
                <a:lnTo>
                  <a:pt x="331145" y="893766"/>
                </a:lnTo>
                <a:lnTo>
                  <a:pt x="360920" y="927276"/>
                </a:lnTo>
                <a:lnTo>
                  <a:pt x="391759" y="959792"/>
                </a:lnTo>
                <a:lnTo>
                  <a:pt x="423633" y="991287"/>
                </a:lnTo>
                <a:lnTo>
                  <a:pt x="456517" y="1021733"/>
                </a:lnTo>
                <a:lnTo>
                  <a:pt x="490383" y="1051104"/>
                </a:lnTo>
                <a:lnTo>
                  <a:pt x="525202" y="1079372"/>
                </a:lnTo>
                <a:lnTo>
                  <a:pt x="560948" y="1106511"/>
                </a:lnTo>
                <a:lnTo>
                  <a:pt x="597594" y="1132493"/>
                </a:lnTo>
                <a:lnTo>
                  <a:pt x="635112" y="1157291"/>
                </a:lnTo>
                <a:lnTo>
                  <a:pt x="673474" y="1180879"/>
                </a:lnTo>
                <a:lnTo>
                  <a:pt x="712654" y="1203229"/>
                </a:lnTo>
                <a:lnTo>
                  <a:pt x="752624" y="1224315"/>
                </a:lnTo>
                <a:lnTo>
                  <a:pt x="793356" y="1244109"/>
                </a:lnTo>
                <a:lnTo>
                  <a:pt x="834824" y="1262584"/>
                </a:lnTo>
                <a:lnTo>
                  <a:pt x="877000" y="1279713"/>
                </a:lnTo>
                <a:lnTo>
                  <a:pt x="919856" y="1295469"/>
                </a:lnTo>
                <a:lnTo>
                  <a:pt x="963365" y="1309825"/>
                </a:lnTo>
                <a:lnTo>
                  <a:pt x="1007500" y="1322754"/>
                </a:lnTo>
                <a:lnTo>
                  <a:pt x="1052234" y="1334230"/>
                </a:lnTo>
                <a:lnTo>
                  <a:pt x="1097539" y="1344224"/>
                </a:lnTo>
                <a:lnTo>
                  <a:pt x="1143387" y="1352711"/>
                </a:lnTo>
                <a:lnTo>
                  <a:pt x="1189752" y="1359662"/>
                </a:lnTo>
                <a:lnTo>
                  <a:pt x="1236606" y="1365051"/>
                </a:lnTo>
                <a:lnTo>
                  <a:pt x="1283921" y="1368851"/>
                </a:lnTo>
                <a:lnTo>
                  <a:pt x="1331671" y="1371035"/>
                </a:lnTo>
                <a:lnTo>
                  <a:pt x="1379828" y="1371575"/>
                </a:lnTo>
                <a:lnTo>
                  <a:pt x="1371600" y="0"/>
                </a:lnTo>
                <a:close/>
              </a:path>
            </a:pathLst>
          </a:custGeom>
          <a:solidFill>
            <a:srgbClr val="565F6F"/>
          </a:solidFill>
        </p:spPr>
        <p:txBody>
          <a:bodyPr wrap="square" lIns="0" tIns="0" rIns="0" bIns="0" rtlCol="0"/>
          <a:lstStyle/>
          <a:p>
            <a:endParaRPr/>
          </a:p>
        </p:txBody>
      </p:sp>
      <p:sp>
        <p:nvSpPr>
          <p:cNvPr id="17" name="bg object 17"/>
          <p:cNvSpPr/>
          <p:nvPr/>
        </p:nvSpPr>
        <p:spPr>
          <a:xfrm>
            <a:off x="8077200" y="0"/>
            <a:ext cx="4114800" cy="6858000"/>
          </a:xfrm>
          <a:custGeom>
            <a:avLst/>
            <a:gdLst/>
            <a:ahLst/>
            <a:cxnLst/>
            <a:rect l="l" t="t" r="r" b="b"/>
            <a:pathLst>
              <a:path w="4114800" h="6858000">
                <a:moveTo>
                  <a:pt x="4114749" y="4098340"/>
                </a:moveTo>
                <a:lnTo>
                  <a:pt x="2743200" y="4106570"/>
                </a:lnTo>
                <a:lnTo>
                  <a:pt x="2743200" y="2743200"/>
                </a:lnTo>
                <a:lnTo>
                  <a:pt x="1371600" y="2743200"/>
                </a:lnTo>
                <a:lnTo>
                  <a:pt x="0" y="2743200"/>
                </a:lnTo>
                <a:lnTo>
                  <a:pt x="0" y="4114800"/>
                </a:lnTo>
                <a:lnTo>
                  <a:pt x="1371600" y="4114800"/>
                </a:lnTo>
                <a:lnTo>
                  <a:pt x="1371600" y="5486400"/>
                </a:lnTo>
                <a:lnTo>
                  <a:pt x="0" y="5486400"/>
                </a:lnTo>
                <a:lnTo>
                  <a:pt x="0" y="6858000"/>
                </a:lnTo>
                <a:lnTo>
                  <a:pt x="1371600" y="6858000"/>
                </a:lnTo>
                <a:lnTo>
                  <a:pt x="1436306" y="6857251"/>
                </a:lnTo>
                <a:lnTo>
                  <a:pt x="1484350" y="6855714"/>
                </a:lnTo>
                <a:lnTo>
                  <a:pt x="1532178" y="6853364"/>
                </a:lnTo>
                <a:lnTo>
                  <a:pt x="1579791" y="6850202"/>
                </a:lnTo>
                <a:lnTo>
                  <a:pt x="1627174" y="6846240"/>
                </a:lnTo>
                <a:lnTo>
                  <a:pt x="1674317" y="6841464"/>
                </a:lnTo>
                <a:lnTo>
                  <a:pt x="1721231" y="6835915"/>
                </a:lnTo>
                <a:lnTo>
                  <a:pt x="1767890" y="6829565"/>
                </a:lnTo>
                <a:lnTo>
                  <a:pt x="1814296" y="6822453"/>
                </a:lnTo>
                <a:lnTo>
                  <a:pt x="1860448" y="6814553"/>
                </a:lnTo>
                <a:lnTo>
                  <a:pt x="1906320" y="6805892"/>
                </a:lnTo>
                <a:lnTo>
                  <a:pt x="1951939" y="6796481"/>
                </a:lnTo>
                <a:lnTo>
                  <a:pt x="1997252" y="6786321"/>
                </a:lnTo>
                <a:lnTo>
                  <a:pt x="2042299" y="6775412"/>
                </a:lnTo>
                <a:lnTo>
                  <a:pt x="2087041" y="6763766"/>
                </a:lnTo>
                <a:lnTo>
                  <a:pt x="2131479" y="6751383"/>
                </a:lnTo>
                <a:lnTo>
                  <a:pt x="2175611" y="6738290"/>
                </a:lnTo>
                <a:lnTo>
                  <a:pt x="2219439" y="6724472"/>
                </a:lnTo>
                <a:lnTo>
                  <a:pt x="2262936" y="6709943"/>
                </a:lnTo>
                <a:lnTo>
                  <a:pt x="2306104" y="6694716"/>
                </a:lnTo>
                <a:lnTo>
                  <a:pt x="2348941" y="6678790"/>
                </a:lnTo>
                <a:lnTo>
                  <a:pt x="2391435" y="6662179"/>
                </a:lnTo>
                <a:lnTo>
                  <a:pt x="2433574" y="6644881"/>
                </a:lnTo>
                <a:lnTo>
                  <a:pt x="2475369" y="6626911"/>
                </a:lnTo>
                <a:lnTo>
                  <a:pt x="2516797" y="6608267"/>
                </a:lnTo>
                <a:lnTo>
                  <a:pt x="2557856" y="6588963"/>
                </a:lnTo>
                <a:lnTo>
                  <a:pt x="2598534" y="6569011"/>
                </a:lnTo>
                <a:lnTo>
                  <a:pt x="2638831" y="6548399"/>
                </a:lnTo>
                <a:lnTo>
                  <a:pt x="2678747" y="6527152"/>
                </a:lnTo>
                <a:lnTo>
                  <a:pt x="2718270" y="6505283"/>
                </a:lnTo>
                <a:lnTo>
                  <a:pt x="2757373" y="6482766"/>
                </a:lnTo>
                <a:lnTo>
                  <a:pt x="2796082" y="6459639"/>
                </a:lnTo>
                <a:lnTo>
                  <a:pt x="2834373" y="6435903"/>
                </a:lnTo>
                <a:lnTo>
                  <a:pt x="2872232" y="6411544"/>
                </a:lnTo>
                <a:lnTo>
                  <a:pt x="2909671" y="6386601"/>
                </a:lnTo>
                <a:lnTo>
                  <a:pt x="2946666" y="6361049"/>
                </a:lnTo>
                <a:lnTo>
                  <a:pt x="2983230" y="6334925"/>
                </a:lnTo>
                <a:lnTo>
                  <a:pt x="3019336" y="6308217"/>
                </a:lnTo>
                <a:lnTo>
                  <a:pt x="3054985" y="6280937"/>
                </a:lnTo>
                <a:lnTo>
                  <a:pt x="3090164" y="6253086"/>
                </a:lnTo>
                <a:lnTo>
                  <a:pt x="3124885" y="6224676"/>
                </a:lnTo>
                <a:lnTo>
                  <a:pt x="3159125" y="6195720"/>
                </a:lnTo>
                <a:lnTo>
                  <a:pt x="3192881" y="6166205"/>
                </a:lnTo>
                <a:lnTo>
                  <a:pt x="3226143" y="6136170"/>
                </a:lnTo>
                <a:lnTo>
                  <a:pt x="3258909" y="6105588"/>
                </a:lnTo>
                <a:lnTo>
                  <a:pt x="3291179" y="6074486"/>
                </a:lnTo>
                <a:lnTo>
                  <a:pt x="3322929" y="6042863"/>
                </a:lnTo>
                <a:lnTo>
                  <a:pt x="3354171" y="6010732"/>
                </a:lnTo>
                <a:lnTo>
                  <a:pt x="3384880" y="5978106"/>
                </a:lnTo>
                <a:lnTo>
                  <a:pt x="3415055" y="5944971"/>
                </a:lnTo>
                <a:lnTo>
                  <a:pt x="3444710" y="5911342"/>
                </a:lnTo>
                <a:lnTo>
                  <a:pt x="3473805" y="5877242"/>
                </a:lnTo>
                <a:lnTo>
                  <a:pt x="3502355" y="5842660"/>
                </a:lnTo>
                <a:lnTo>
                  <a:pt x="3530333" y="5807595"/>
                </a:lnTo>
                <a:lnTo>
                  <a:pt x="3557765" y="5772086"/>
                </a:lnTo>
                <a:lnTo>
                  <a:pt x="3584613" y="5736107"/>
                </a:lnTo>
                <a:lnTo>
                  <a:pt x="3610889" y="5699684"/>
                </a:lnTo>
                <a:lnTo>
                  <a:pt x="3636581" y="5662815"/>
                </a:lnTo>
                <a:lnTo>
                  <a:pt x="3661676" y="5625516"/>
                </a:lnTo>
                <a:lnTo>
                  <a:pt x="3686175" y="5587784"/>
                </a:lnTo>
                <a:lnTo>
                  <a:pt x="3710076" y="5549620"/>
                </a:lnTo>
                <a:lnTo>
                  <a:pt x="3733355" y="5511050"/>
                </a:lnTo>
                <a:lnTo>
                  <a:pt x="3756012" y="5472074"/>
                </a:lnTo>
                <a:lnTo>
                  <a:pt x="3778059" y="5432691"/>
                </a:lnTo>
                <a:lnTo>
                  <a:pt x="3799459" y="5392915"/>
                </a:lnTo>
                <a:lnTo>
                  <a:pt x="3820223" y="5352758"/>
                </a:lnTo>
                <a:lnTo>
                  <a:pt x="3840340" y="5312207"/>
                </a:lnTo>
                <a:lnTo>
                  <a:pt x="3859809" y="5271287"/>
                </a:lnTo>
                <a:lnTo>
                  <a:pt x="3878618" y="5229999"/>
                </a:lnTo>
                <a:lnTo>
                  <a:pt x="3896766" y="5188356"/>
                </a:lnTo>
                <a:lnTo>
                  <a:pt x="3914229" y="5146357"/>
                </a:lnTo>
                <a:lnTo>
                  <a:pt x="3931018" y="5104003"/>
                </a:lnTo>
                <a:lnTo>
                  <a:pt x="3947122" y="5061318"/>
                </a:lnTo>
                <a:lnTo>
                  <a:pt x="3962527" y="5018290"/>
                </a:lnTo>
                <a:lnTo>
                  <a:pt x="3977246" y="4974945"/>
                </a:lnTo>
                <a:lnTo>
                  <a:pt x="3991241" y="4931270"/>
                </a:lnTo>
                <a:lnTo>
                  <a:pt x="4004538" y="4887290"/>
                </a:lnTo>
                <a:lnTo>
                  <a:pt x="4017099" y="4843005"/>
                </a:lnTo>
                <a:lnTo>
                  <a:pt x="4028948" y="4798415"/>
                </a:lnTo>
                <a:lnTo>
                  <a:pt x="4040060" y="4753534"/>
                </a:lnTo>
                <a:lnTo>
                  <a:pt x="4050423" y="4708372"/>
                </a:lnTo>
                <a:lnTo>
                  <a:pt x="4060037" y="4662932"/>
                </a:lnTo>
                <a:lnTo>
                  <a:pt x="4068915" y="4617212"/>
                </a:lnTo>
                <a:lnTo>
                  <a:pt x="4077017" y="4571225"/>
                </a:lnTo>
                <a:lnTo>
                  <a:pt x="4084358" y="4524984"/>
                </a:lnTo>
                <a:lnTo>
                  <a:pt x="4090924" y="4478502"/>
                </a:lnTo>
                <a:lnTo>
                  <a:pt x="4096702" y="4431766"/>
                </a:lnTo>
                <a:lnTo>
                  <a:pt x="4101693" y="4384789"/>
                </a:lnTo>
                <a:lnTo>
                  <a:pt x="4105897" y="4337583"/>
                </a:lnTo>
                <a:lnTo>
                  <a:pt x="4109301" y="4290161"/>
                </a:lnTo>
                <a:lnTo>
                  <a:pt x="4111891" y="4242511"/>
                </a:lnTo>
                <a:lnTo>
                  <a:pt x="4113669" y="4194657"/>
                </a:lnTo>
                <a:lnTo>
                  <a:pt x="4114622" y="4146600"/>
                </a:lnTo>
                <a:lnTo>
                  <a:pt x="4114749" y="4098340"/>
                </a:lnTo>
                <a:close/>
              </a:path>
              <a:path w="4114800" h="6858000">
                <a:moveTo>
                  <a:pt x="4114800" y="0"/>
                </a:moveTo>
                <a:lnTo>
                  <a:pt x="2743200" y="0"/>
                </a:lnTo>
                <a:lnTo>
                  <a:pt x="1371600" y="0"/>
                </a:lnTo>
                <a:lnTo>
                  <a:pt x="1371600" y="1371600"/>
                </a:lnTo>
                <a:lnTo>
                  <a:pt x="2743200" y="1371600"/>
                </a:lnTo>
                <a:lnTo>
                  <a:pt x="2743200" y="2743200"/>
                </a:lnTo>
                <a:lnTo>
                  <a:pt x="4114800" y="2743200"/>
                </a:lnTo>
                <a:lnTo>
                  <a:pt x="4114800" y="1371600"/>
                </a:lnTo>
                <a:lnTo>
                  <a:pt x="4114800" y="0"/>
                </a:lnTo>
                <a:close/>
              </a:path>
            </a:pathLst>
          </a:custGeom>
          <a:solidFill>
            <a:srgbClr val="565F6F"/>
          </a:solidFill>
        </p:spPr>
        <p:txBody>
          <a:bodyPr wrap="square" lIns="0" tIns="0" rIns="0" bIns="0" rtlCol="0"/>
          <a:lstStyle/>
          <a:p>
            <a:endParaRPr/>
          </a:p>
        </p:txBody>
      </p:sp>
      <p:sp>
        <p:nvSpPr>
          <p:cNvPr id="2" name="Holder 2"/>
          <p:cNvSpPr>
            <a:spLocks noGrp="1"/>
          </p:cNvSpPr>
          <p:nvPr>
            <p:ph type="ctrTitle"/>
          </p:nvPr>
        </p:nvSpPr>
        <p:spPr>
          <a:xfrm>
            <a:off x="383540" y="1599691"/>
            <a:ext cx="3837304" cy="756919"/>
          </a:xfrm>
          <a:prstGeom prst="rect">
            <a:avLst/>
          </a:prstGeom>
        </p:spPr>
        <p:txBody>
          <a:bodyPr wrap="square" lIns="0" tIns="0" rIns="0" bIns="0">
            <a:spAutoFit/>
          </a:bodyPr>
          <a:lstStyle>
            <a:lvl1pPr>
              <a:defRPr sz="2000" b="0" i="0">
                <a:solidFill>
                  <a:srgbClr val="565F6F"/>
                </a:solidFill>
                <a:latin typeface="Calibri"/>
                <a:cs typeface="Calibri"/>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400" b="0" i="0">
                <a:solidFill>
                  <a:srgbClr val="2F3442"/>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1/8/2026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0842376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0" i="0">
                <a:solidFill>
                  <a:srgbClr val="565F6F"/>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2400" b="0" i="0">
                <a:solidFill>
                  <a:srgbClr val="2F3442"/>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1/8/2026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6766879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3407190" y="2443921"/>
            <a:ext cx="1009650" cy="254000"/>
          </a:xfrm>
          <a:prstGeom prst="rect">
            <a:avLst/>
          </a:prstGeom>
        </p:spPr>
      </p:pic>
      <p:pic>
        <p:nvPicPr>
          <p:cNvPr id="17" name="bg object 17"/>
          <p:cNvPicPr/>
          <p:nvPr/>
        </p:nvPicPr>
        <p:blipFill>
          <a:blip r:embed="rId3" cstate="print"/>
          <a:stretch>
            <a:fillRect/>
          </a:stretch>
        </p:blipFill>
        <p:spPr>
          <a:xfrm>
            <a:off x="9296400" y="2431221"/>
            <a:ext cx="831849" cy="254000"/>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1/8/2026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769608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3407190" y="2443921"/>
            <a:ext cx="1009650" cy="254000"/>
          </a:xfrm>
          <a:prstGeom prst="rect">
            <a:avLst/>
          </a:prstGeom>
        </p:spPr>
      </p:pic>
      <p:pic>
        <p:nvPicPr>
          <p:cNvPr id="17" name="bg object 17"/>
          <p:cNvPicPr/>
          <p:nvPr/>
        </p:nvPicPr>
        <p:blipFill>
          <a:blip r:embed="rId3" cstate="print"/>
          <a:stretch>
            <a:fillRect/>
          </a:stretch>
        </p:blipFill>
        <p:spPr>
          <a:xfrm>
            <a:off x="9296400" y="2431221"/>
            <a:ext cx="831849" cy="254000"/>
          </a:xfrm>
          <a:prstGeom prst="rect">
            <a:avLst/>
          </a:prstGeom>
        </p:spPr>
      </p:pic>
      <p:sp>
        <p:nvSpPr>
          <p:cNvPr id="2" name="Holder 2"/>
          <p:cNvSpPr>
            <a:spLocks noGrp="1"/>
          </p:cNvSpPr>
          <p:nvPr>
            <p:ph type="title"/>
          </p:nvPr>
        </p:nvSpPr>
        <p:spPr/>
        <p:txBody>
          <a:bodyPr lIns="0" tIns="0" rIns="0" bIns="0"/>
          <a:lstStyle>
            <a:lvl1pPr>
              <a:defRPr sz="2000" b="0" i="0">
                <a:solidFill>
                  <a:srgbClr val="565F6F"/>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1/8/2026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7732458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0" i="0">
                <a:solidFill>
                  <a:srgbClr val="565F6F"/>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1/8/2026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418866446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E05189BA-01D0-0648-AF2A-6B4CD6B57EC9}" type="datetimeFigureOut">
              <a:rPr lang="en-US" smtClean="0"/>
              <a:t>1/8/2026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3E1F0FCF-E24C-CA41-A373-9E4EFBCD4E25}" type="slidenum">
              <a:rPr lang="en-US" smtClean="0"/>
              <a:t>‹#›</a:t>
            </a:fld>
            <a:endParaRPr lang="en-US"/>
          </a:p>
        </p:txBody>
      </p:sp>
    </p:spTree>
    <p:extLst>
      <p:ext uri="{BB962C8B-B14F-4D97-AF65-F5344CB8AC3E}">
        <p14:creationId xmlns:p14="http://schemas.microsoft.com/office/powerpoint/2010/main" val="713788537"/>
      </p:ext>
    </p:extLst>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 id="2147483652" r:id="rId6"/>
    <p:sldLayoutId id="2147483659" r:id="rId7"/>
    <p:sldLayoutId id="2147483660" r:id="rId8"/>
    <p:sldLayoutId id="2147483658" r:id="rId9"/>
    <p:sldLayoutId id="2147483661" r:id="rId10"/>
    <p:sldLayoutId id="2147483662" r:id="rId11"/>
    <p:sldLayoutId id="2147483663" r:id="rId12"/>
    <p:sldLayoutId id="2147483664" r:id="rId13"/>
    <p:sldLayoutId id="2147483665" r:id="rId14"/>
  </p:sldLayoutIdLst>
  <p:txStyles>
    <p:titleStyle>
      <a:lvl1pPr algn="ctr" defTabSz="609585"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609585" rtl="0" eaLnBrk="1" latinLnBrk="0" hangingPunct="1">
        <a:spcBef>
          <a:spcPct val="20000"/>
        </a:spcBef>
        <a:buFont typeface="Arial"/>
        <a:buChar char="•"/>
        <a:defRPr sz="4267" kern="1200">
          <a:solidFill>
            <a:schemeClr val="tx1"/>
          </a:solidFill>
          <a:latin typeface="+mn-lt"/>
          <a:ea typeface="+mn-ea"/>
          <a:cs typeface="+mn-cs"/>
        </a:defRPr>
      </a:lvl1pPr>
      <a:lvl2pPr marL="990575" indent="-380990" algn="l" defTabSz="609585" rtl="0" eaLnBrk="1" latinLnBrk="0" hangingPunct="1">
        <a:spcBef>
          <a:spcPct val="20000"/>
        </a:spcBef>
        <a:buFont typeface="Arial"/>
        <a:buChar char="–"/>
        <a:defRPr sz="3733" kern="1200">
          <a:solidFill>
            <a:schemeClr val="tx1"/>
          </a:solidFill>
          <a:latin typeface="+mn-lt"/>
          <a:ea typeface="+mn-ea"/>
          <a:cs typeface="+mn-cs"/>
        </a:defRPr>
      </a:lvl2pPr>
      <a:lvl3pPr marL="1523962" indent="-304792" algn="l" defTabSz="609585" rtl="0" eaLnBrk="1" latinLnBrk="0" hangingPunct="1">
        <a:spcBef>
          <a:spcPct val="20000"/>
        </a:spcBef>
        <a:buFont typeface="Arial"/>
        <a:buChar char="•"/>
        <a:defRPr sz="3200" kern="1200">
          <a:solidFill>
            <a:schemeClr val="tx1"/>
          </a:solidFill>
          <a:latin typeface="+mn-lt"/>
          <a:ea typeface="+mn-ea"/>
          <a:cs typeface="+mn-cs"/>
        </a:defRPr>
      </a:lvl3pPr>
      <a:lvl4pPr marL="2133547" indent="-304792" algn="l" defTabSz="609585" rtl="0" eaLnBrk="1" latinLnBrk="0" hangingPunct="1">
        <a:spcBef>
          <a:spcPct val="20000"/>
        </a:spcBef>
        <a:buFont typeface="Arial"/>
        <a:buChar char="–"/>
        <a:defRPr sz="2667" kern="1200">
          <a:solidFill>
            <a:schemeClr val="tx1"/>
          </a:solidFill>
          <a:latin typeface="+mn-lt"/>
          <a:ea typeface="+mn-ea"/>
          <a:cs typeface="+mn-cs"/>
        </a:defRPr>
      </a:lvl4pPr>
      <a:lvl5pPr marL="2743131" indent="-304792" algn="l" defTabSz="609585" rtl="0" eaLnBrk="1" latinLnBrk="0" hangingPunct="1">
        <a:spcBef>
          <a:spcPct val="20000"/>
        </a:spcBef>
        <a:buFont typeface="Arial"/>
        <a:buChar char="»"/>
        <a:defRPr sz="2667" kern="1200">
          <a:solidFill>
            <a:schemeClr val="tx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a:solidFill>
                  <a:srgbClr val="000000"/>
                </a:solidFill>
              </a:rPr>
              <a:t>Understanding Bias-Variance Tradeoff</a:t>
            </a:r>
          </a:p>
        </p:txBody>
      </p:sp>
      <p:sp>
        <p:nvSpPr>
          <p:cNvPr id="3" name="Subtitle 2"/>
          <p:cNvSpPr>
            <a:spLocks noGrp="1"/>
          </p:cNvSpPr>
          <p:nvPr>
            <p:ph type="subTitle" idx="1"/>
          </p:nvPr>
        </p:nvSpPr>
        <p:spPr/>
        <p:txBody>
          <a:bodyPr/>
          <a:lstStyle/>
          <a:p>
            <a:r>
              <a:rPr>
                <a:solidFill>
                  <a:srgbClr val="000000"/>
                </a:solidFill>
              </a:rPr>
              <a:t>A Key Concept in Machine Learning Model Evaluation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0000"/>
                </a:solidFill>
              </a:rPr>
              <a:t>Introduction to Bias and Variance</a:t>
            </a:r>
          </a:p>
        </p:txBody>
      </p:sp>
      <p:sp>
        <p:nvSpPr>
          <p:cNvPr id="3" name="Content Placeholder 2"/>
          <p:cNvSpPr>
            <a:spLocks noGrp="1"/>
          </p:cNvSpPr>
          <p:nvPr>
            <p:ph idx="11" sz="quarter"/>
          </p:nvPr>
        </p:nvSpPr>
        <p:spPr/>
        <p:txBody>
          <a:bodyPr/>
          <a:lstStyle/>
          <a:p>
            <a:r>
              <a:rPr>
                <a:solidFill>
                  <a:srgbClr val="000000"/>
                </a:solidFill>
              </a:rPr>
              <a:t>Bias and variance are two errors that affect the performance of machine learning models. Bias refers to the error due to overly simplistic assumptions in the learning algorithm, while variance refers to the error due to excessive sensitivity to small fluctuations in the training dataset.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0000"/>
                </a:solidFill>
              </a:rPr>
              <a:t>Bias Explained</a:t>
            </a:r>
          </a:p>
        </p:txBody>
      </p:sp>
      <p:sp>
        <p:nvSpPr>
          <p:cNvPr id="3" name="Content Placeholder 2"/>
          <p:cNvSpPr>
            <a:spLocks noGrp="1"/>
          </p:cNvSpPr>
          <p:nvPr>
            <p:ph idx="12" sz="quarter"/>
          </p:nvPr>
        </p:nvSpPr>
        <p:spPr/>
        <p:txBody>
          <a:bodyPr/>
          <a:lstStyle/>
          <a:p>
            <a:r>
              <a:rPr>
                <a:solidFill>
                  <a:srgbClr val="000000"/>
                </a:solidFill>
              </a:rPr>
              <a:t>High bias can lead to underfitting, where the model is too simple to capture the underlying trend of the data. It assumes a strong relationship structure that may not exist.</a:t>
            </a:r>
          </a:p>
        </p:txBody>
      </p:sp>
      <p:pic>
        <p:nvPicPr>
          <p:cNvPr id="4" name="Picture 3" descr="formula_2.png"/>
          <p:cNvPicPr>
            <a:picLocks noChangeAspect="1"/>
          </p:cNvPicPr>
          <p:nvPr/>
        </p:nvPicPr>
        <p:blipFill>
          <a:blip r:embed="rId2"/>
          <a:stretch>
            <a:fillRect/>
          </a:stretch>
        </p:blipFill>
        <p:spPr>
          <a:xfrm>
            <a:off x="6289002" y="1632944"/>
            <a:ext cx="5076253" cy="38862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0000"/>
                </a:solidFill>
              </a:rPr>
              <a:t>Variance Explained</a:t>
            </a:r>
          </a:p>
        </p:txBody>
      </p:sp>
      <p:sp>
        <p:nvSpPr>
          <p:cNvPr id="3" name="Content Placeholder 2"/>
          <p:cNvSpPr>
            <a:spLocks noGrp="1"/>
          </p:cNvSpPr>
          <p:nvPr>
            <p:ph idx="12" sz="quarter"/>
          </p:nvPr>
        </p:nvSpPr>
        <p:spPr/>
        <p:txBody>
          <a:bodyPr/>
          <a:lstStyle/>
          <a:p>
            <a:r>
              <a:rPr>
                <a:solidFill>
                  <a:srgbClr val="000000"/>
                </a:solidFill>
              </a:rPr>
              <a:t>High variance can lead to overfitting, where the model learns the noise in the training data. It results in a model that performs well on training data but poorly on unseen data.</a:t>
            </a:r>
          </a:p>
        </p:txBody>
      </p:sp>
      <p:pic>
        <p:nvPicPr>
          <p:cNvPr id="4" name="Picture 3" descr="chart_3.png"/>
          <p:cNvPicPr>
            <a:picLocks noChangeAspect="1"/>
          </p:cNvPicPr>
          <p:nvPr/>
        </p:nvPicPr>
        <p:blipFill>
          <a:blip r:embed="rId2"/>
          <a:stretch>
            <a:fillRect/>
          </a:stretch>
        </p:blipFill>
        <p:spPr>
          <a:xfrm>
            <a:off x="6289002" y="1632944"/>
            <a:ext cx="5076253" cy="38862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0000"/>
                </a:solidFill>
              </a:rPr>
              <a:t>Balancing Bias and Variance</a:t>
            </a:r>
          </a:p>
        </p:txBody>
      </p:sp>
      <p:sp>
        <p:nvSpPr>
          <p:cNvPr id="3" name="Content Placeholder 2"/>
          <p:cNvSpPr>
            <a:spLocks noGrp="1"/>
          </p:cNvSpPr>
          <p:nvPr>
            <p:ph idx="11" sz="quarter"/>
          </p:nvPr>
        </p:nvSpPr>
        <p:spPr/>
        <p:txBody>
          <a:bodyPr/>
          <a:lstStyle/>
          <a:p>
            <a:r>
              <a:rPr>
                <a:solidFill>
                  <a:srgbClr val="000000"/>
                </a:solidFill>
              </a:rPr>
              <a:t>The goal is to find a good balance between bias and variance, achieving optimal model complexity. This balance is known as the Bias-Variance Tradeoff.</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0000"/>
                </a:solidFill>
              </a:rPr>
              <a:t>Bias-Variance Tradeoff Visualized</a:t>
            </a:r>
          </a:p>
        </p:txBody>
      </p:sp>
      <p:sp>
        <p:nvSpPr>
          <p:cNvPr id="3" name="Content Placeholder 2"/>
          <p:cNvSpPr>
            <a:spLocks noGrp="1"/>
          </p:cNvSpPr>
          <p:nvPr>
            <p:ph idx="12" sz="quarter"/>
          </p:nvPr>
        </p:nvSpPr>
        <p:spPr/>
        <p:txBody>
          <a:bodyPr/>
          <a:lstStyle/>
          <a:p>
            <a:r>
              <a:rPr>
                <a:solidFill>
                  <a:srgbClr val="000000"/>
                </a:solidFill>
              </a:rPr>
              <a:t>Imagine darts on a dartboard. High bias and low variance: darts are clustered but far from the center. High variance and low bias: darts spread out, capturing noise.</a:t>
            </a:r>
          </a:p>
        </p:txBody>
      </p:sp>
      <p:pic>
        <p:nvPicPr>
          <p:cNvPr id="4" name="Picture 3" descr="code_5.png"/>
          <p:cNvPicPr>
            <a:picLocks noChangeAspect="1"/>
          </p:cNvPicPr>
          <p:nvPr/>
        </p:nvPicPr>
        <p:blipFill>
          <a:blip r:embed="rId2"/>
          <a:stretch>
            <a:fillRect/>
          </a:stretch>
        </p:blipFill>
        <p:spPr>
          <a:xfrm>
            <a:off x="6289002" y="1632944"/>
            <a:ext cx="5076253" cy="38862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0000"/>
                </a:solidFill>
              </a:rPr>
              <a:t>Conclusion</a:t>
            </a:r>
          </a:p>
        </p:txBody>
      </p:sp>
      <p:sp>
        <p:nvSpPr>
          <p:cNvPr id="3" name="Content Placeholder 2"/>
          <p:cNvSpPr>
            <a:spLocks noGrp="1"/>
          </p:cNvSpPr>
          <p:nvPr>
            <p:ph idx="11" sz="quarter"/>
          </p:nvPr>
        </p:nvSpPr>
        <p:spPr/>
        <p:txBody>
          <a:bodyPr/>
          <a:lstStyle/>
          <a:p>
            <a:r>
              <a:rPr>
                <a:solidFill>
                  <a:srgbClr val="000000"/>
                </a:solidFill>
              </a:rPr>
              <a:t>Understanding and managing the bias-variance tradeoff is essential in building robust machine learning models. It helps in achieving better generalization and improved performance on unseen data.</a:t>
            </a:r>
          </a:p>
        </p:txBody>
      </p:sp>
    </p:spTree>
  </p:cSld>
  <p:clrMapOvr>
    <a:masterClrMapping/>
  </p:clrMapOvr>
</p:sld>
</file>

<file path=ppt/theme/theme1.xml><?xml version="1.0" encoding="utf-8"?>
<a:theme xmlns:a="http://schemas.openxmlformats.org/drawingml/2006/main" name="Office Theme">
  <a:themeElements>
    <a:clrScheme name="Durham University">
      <a:dk1>
        <a:srgbClr val="002A41"/>
      </a:dk1>
      <a:lt1>
        <a:sysClr val="window" lastClr="FFFFFF"/>
      </a:lt1>
      <a:dk2>
        <a:srgbClr val="54145A"/>
      </a:dk2>
      <a:lt2>
        <a:srgbClr val="CBA8B1"/>
      </a:lt2>
      <a:accent1>
        <a:srgbClr val="00AEEF"/>
      </a:accent1>
      <a:accent2>
        <a:srgbClr val="A5C8D0"/>
      </a:accent2>
      <a:accent3>
        <a:srgbClr val="AFA961"/>
      </a:accent3>
      <a:accent4>
        <a:srgbClr val="B3BDB1"/>
      </a:accent4>
      <a:accent5>
        <a:srgbClr val="FFD53A"/>
      </a:accent5>
      <a:accent6>
        <a:srgbClr val="DACDA2"/>
      </a:accent6>
      <a:hlink>
        <a:srgbClr val="BE1E2D"/>
      </a:hlink>
      <a:folHlink>
        <a:srgbClr val="B6AAA7"/>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Durham University_powerpoint 29.08.19 FINAL.potx" id="{15F0B36B-451E-467F-AC1D-6B634029385F}" vid="{75B5DF01-1AD8-4B24-959A-92377C0E24AC}"/>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6e6f4c5e-d68b-487b-9c02-caf7e61d6b66">
      <Terms xmlns="http://schemas.microsoft.com/office/infopath/2007/PartnerControls"/>
    </lcf76f155ced4ddcb4097134ff3c332f>
    <TaxCatchAll xmlns="3bf6d2de-cfb7-466c-825b-051a8e3c8b7d" xsi:nil="true"/>
    <SharedWithUsers xmlns="a0bf372a-9d90-4a81-85ce-8e7bbe717490">
      <UserInfo>
        <DisplayName>PRZYBORSKI, STEFAN A.</DisplayName>
        <AccountId>131</AccountId>
        <AccountType/>
      </UserInfo>
      <UserInfo>
        <DisplayName>ROBINSON, MATTHEW</DisplayName>
        <AccountId>50</AccountId>
        <AccountType/>
      </UserInfo>
      <UserInfo>
        <DisplayName>WEBSTER, PAULA</DisplayName>
        <AccountId>65</AccountId>
        <AccountType/>
      </UserInfo>
      <UserInfo>
        <DisplayName>MCDONALD, CLAIRE</DisplayName>
        <AccountId>16</AccountId>
        <AccountType/>
      </UserInfo>
    </SharedWithUser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67F80A658ED444C8098A6C8835B3712" ma:contentTypeVersion="16" ma:contentTypeDescription="Create a new document." ma:contentTypeScope="" ma:versionID="5d2edc2167da6d1bb792dea4684e7ecf">
  <xsd:schema xmlns:xsd="http://www.w3.org/2001/XMLSchema" xmlns:xs="http://www.w3.org/2001/XMLSchema" xmlns:p="http://schemas.microsoft.com/office/2006/metadata/properties" xmlns:ns2="6e6f4c5e-d68b-487b-9c02-caf7e61d6b66" xmlns:ns3="a0bf372a-9d90-4a81-85ce-8e7bbe717490" xmlns:ns4="3bf6d2de-cfb7-466c-825b-051a8e3c8b7d" targetNamespace="http://schemas.microsoft.com/office/2006/metadata/properties" ma:root="true" ma:fieldsID="b1a976468ab75df09cdefb8882f83837" ns2:_="" ns3:_="" ns4:_="">
    <xsd:import namespace="6e6f4c5e-d68b-487b-9c02-caf7e61d6b66"/>
    <xsd:import namespace="a0bf372a-9d90-4a81-85ce-8e7bbe717490"/>
    <xsd:import namespace="3bf6d2de-cfb7-466c-825b-051a8e3c8b7d"/>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DateTaken" minOccurs="0"/>
                <xsd:element ref="ns2:MediaServiceLocation" minOccurs="0"/>
                <xsd:element ref="ns2:lcf76f155ced4ddcb4097134ff3c332f" minOccurs="0"/>
                <xsd:element ref="ns4:TaxCatchAll"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e6f4c5e-d68b-487b-9c02-caf7e61d6b6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d651d785-cc9b-461e-a4c9-c589c330ffeb" ma:termSetId="09814cd3-568e-fe90-9814-8d621ff8fb84" ma:anchorId="fba54fb3-c3e1-fe81-a776-ca4b69148c4d" ma:open="true" ma:isKeyword="false">
      <xsd:complexType>
        <xsd:sequence>
          <xsd:element ref="pc:Terms" minOccurs="0" maxOccurs="1"/>
        </xsd:sequence>
      </xsd:complexType>
    </xsd:element>
    <xsd:element name="MediaLengthInSeconds" ma:index="23"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a0bf372a-9d90-4a81-85ce-8e7bbe717490"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bf6d2de-cfb7-466c-825b-051a8e3c8b7d" elementFormDefault="qualified">
    <xsd:import namespace="http://schemas.microsoft.com/office/2006/documentManagement/types"/>
    <xsd:import namespace="http://schemas.microsoft.com/office/infopath/2007/PartnerControls"/>
    <xsd:element name="TaxCatchAll" ma:index="22" nillable="true" ma:displayName="Taxonomy Catch All Column" ma:hidden="true" ma:list="{cf60340b-b3ab-4429-ad0e-954f6226807c}" ma:internalName="TaxCatchAll" ma:showField="CatchAllData" ma:web="a0bf372a-9d90-4a81-85ce-8e7bbe71749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824A268-B20B-44AC-8616-436FFCA704C5}">
  <ds:schemaRefs>
    <ds:schemaRef ds:uri="3bf6d2de-cfb7-466c-825b-051a8e3c8b7d"/>
    <ds:schemaRef ds:uri="6e6f4c5e-d68b-487b-9c02-caf7e61d6b66"/>
    <ds:schemaRef ds:uri="http://schemas.microsoft.com/office/2006/metadata/properties"/>
    <ds:schemaRef ds:uri="http://schemas.microsoft.com/office/infopath/2007/PartnerControls"/>
    <ds:schemaRef ds:uri="a0bf372a-9d90-4a81-85ce-8e7bbe717490"/>
  </ds:schemaRefs>
</ds:datastoreItem>
</file>

<file path=customXml/itemProps2.xml><?xml version="1.0" encoding="utf-8"?>
<ds:datastoreItem xmlns:ds="http://schemas.openxmlformats.org/officeDocument/2006/customXml" ds:itemID="{1DE96671-C665-44F0-AC6D-2E9A17D50BEA}">
  <ds:schemaRefs>
    <ds:schemaRef ds:uri="http://schemas.microsoft.com/sharepoint/v3/contenttype/forms"/>
  </ds:schemaRefs>
</ds:datastoreItem>
</file>

<file path=customXml/itemProps3.xml><?xml version="1.0" encoding="utf-8"?>
<ds:datastoreItem xmlns:ds="http://schemas.openxmlformats.org/officeDocument/2006/customXml" ds:itemID="{E4D16294-DC56-4215-A5F8-1F17988B5EFC}">
  <ds:schemaRefs>
    <ds:schemaRef ds:uri="3bf6d2de-cfb7-466c-825b-051a8e3c8b7d"/>
    <ds:schemaRef ds:uri="6e6f4c5e-d68b-487b-9c02-caf7e61d6b66"/>
    <ds:schemaRef ds:uri="a0bf372a-9d90-4a81-85ce-8e7bbe71749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office theme</Template>
  <TotalTime>776</TotalTime>
  <Words>143</Words>
  <Application>Microsoft Office PowerPoint</Application>
  <PresentationFormat>Widescreen</PresentationFormat>
  <Paragraphs>39</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Lucida Grande</vt:lpstr>
      <vt:lpstr>Arial</vt:lpstr>
      <vt:lpstr>Calibri</vt:lpstr>
      <vt:lpstr>Wingdings</vt:lpstr>
      <vt:lpstr>Office Theme</vt:lpstr>
      <vt:lpstr>  Main Topic    subtopic         </vt:lpstr>
      <vt:lpstr>Overview</vt:lpstr>
      <vt:lpstr>Part 1</vt:lpstr>
      <vt:lpstr>Part 2</vt:lpstr>
      <vt:lpstr>Part n</vt:lpstr>
      <vt:lpstr>Ending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MCDONALD, CLAIRE</dc:creator>
  <cp:lastModifiedBy>PANG, CARLOS S. (Student)</cp:lastModifiedBy>
  <cp:revision>126</cp:revision>
  <dcterms:created xsi:type="dcterms:W3CDTF">2022-08-10T15:52:35Z</dcterms:created>
  <dcterms:modified xsi:type="dcterms:W3CDTF">2026-01-08T06:41:32Z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0x010100767F80A658ED444C8098A6C8835B3712</vt:lpwstr>
  </property>
  <property fmtid="{D5CDD505-2E9C-101B-9397-08002B2CF9AE}" pid="3" name="MediaServiceImageTags">
    <vt:lpwstr/>
  </property>
</Properties>
</file>
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media/image7.jpg" ContentType="image/jpg"/>
  <Override PartName="/ppt/media/image8.jpg" ContentType="image/jpg"/>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10"/>
    <p:sldId id="257" r:id="rId9"/>
    <p:sldId id="258" r:id="rId8"/>
    <p:sldId id="259" r:id="rId7"/>
    <p:sldId id="260" r:id="rId6"/>
    <p:sldId id="261" r:id="rId5"/>
    <p:sldId id="262" r:id="rId16"/>
  </p:sldIdLst>
  <p:sldSz cx="12192000" cy="6858000"/>
  <p:notesSz cx="6858000" cy="9144000"/>
  <p:defaultTex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784"/>
    <p:restoredTop sz="94726"/>
  </p:normalViewPr>
  <p:slideViewPr>
    <p:cSldViewPr snapToGrid="0">
      <p:cViewPr varScale="1">
        <p:scale>
          <a:sx n="78" d="100"/>
          <a:sy n="78" d="100"/>
        </p:scale>
        <p:origin x="1075"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6.xml"/><Relationship Id="rId6" Type="http://schemas.openxmlformats.org/officeDocument/2006/relationships/slide" Target="slides/slide5.xml"/><Relationship Id="rId7" Type="http://schemas.openxmlformats.org/officeDocument/2006/relationships/slide" Target="slides/slide4.xml"/><Relationship Id="rId8" Type="http://schemas.openxmlformats.org/officeDocument/2006/relationships/slide" Target="slides/slide3.xml"/><Relationship Id="rId9" Type="http://schemas.openxmlformats.org/officeDocument/2006/relationships/slide" Target="slides/slide2.xml"/><Relationship Id="rId10" Type="http://schemas.openxmlformats.org/officeDocument/2006/relationships/slide" Target="slides/slide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microsoft.com/office/2016/11/relationships/changesInfo" Target="changesInfos/changesInfo1.xml"/><Relationship Id="rId16"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W, EFFIE L." userId="1c3177ca-747b-4691-ad45-4cbdbc050fd1" providerId="ADAL" clId="{06734445-D490-4A90-AC2A-6257025627FB}"/>
    <pc:docChg chg="modSld">
      <pc:chgData name="LAW, EFFIE L." userId="1c3177ca-747b-4691-ad45-4cbdbc050fd1" providerId="ADAL" clId="{06734445-D490-4A90-AC2A-6257025627FB}" dt="2025-10-03T09:12:37.245" v="30" actId="20577"/>
      <pc:docMkLst>
        <pc:docMk/>
      </pc:docMkLst>
      <pc:sldChg chg="modSp mod">
        <pc:chgData name="LAW, EFFIE L." userId="1c3177ca-747b-4691-ad45-4cbdbc050fd1" providerId="ADAL" clId="{06734445-D490-4A90-AC2A-6257025627FB}" dt="2025-10-03T09:12:37.245" v="30" actId="20577"/>
        <pc:sldMkLst>
          <pc:docMk/>
          <pc:sldMk cId="775193986" sldId="258"/>
        </pc:sldMkLst>
        <pc:spChg chg="mod">
          <ac:chgData name="LAW, EFFIE L." userId="1c3177ca-747b-4691-ad45-4cbdbc050fd1" providerId="ADAL" clId="{06734445-D490-4A90-AC2A-6257025627FB}" dt="2025-10-03T09:12:37.245" v="30" actId="20577"/>
          <ac:spMkLst>
            <pc:docMk/>
            <pc:sldMk cId="775193986" sldId="258"/>
            <ac:spMk id="2"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 Id="rId3" Type="http://schemas.openxmlformats.org/officeDocument/2006/relationships/image" Target="../media/image2.em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emf"/><Relationship Id="rId3" Type="http://schemas.openxmlformats.org/officeDocument/2006/relationships/image" Target="../media/image2.em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emf"/><Relationship Id="rId3" Type="http://schemas.openxmlformats.org/officeDocument/2006/relationships/image" Target="../media/image2.emf"/></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emf"/><Relationship Id="rId3" Type="http://schemas.openxmlformats.org/officeDocument/2006/relationships/image" Target="../media/image2.emf"/></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emf"/><Relationship Id="rId3" Type="http://schemas.openxmlformats.org/officeDocument/2006/relationships/image" Target="../media/image2.emf"/></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 Id="rId3" Type="http://schemas.openxmlformats.org/officeDocument/2006/relationships/image" Target="../media/image8.jp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 Id="rId3" Type="http://schemas.openxmlformats.org/officeDocument/2006/relationships/image" Target="../media/image8.jp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urham Title Slide - Purple">
    <p:bg>
      <p:bgPr>
        <a:solidFill>
          <a:schemeClr val="bg2"/>
        </a:soli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a:blip r:embed="rId2"/>
          <a:stretch>
            <a:fillRect/>
          </a:stretch>
        </p:blipFill>
        <p:spPr>
          <a:xfrm>
            <a:off x="5334000" y="0"/>
            <a:ext cx="6858000" cy="6858000"/>
          </a:xfrm>
          <a:prstGeom prst="rect">
            <a:avLst/>
          </a:prstGeom>
        </p:spPr>
      </p:pic>
      <p:sp>
        <p:nvSpPr>
          <p:cNvPr id="2" name="Title 1"/>
          <p:cNvSpPr>
            <a:spLocks noGrp="1"/>
          </p:cNvSpPr>
          <p:nvPr>
            <p:ph type="ctrTitle"/>
          </p:nvPr>
        </p:nvSpPr>
        <p:spPr>
          <a:xfrm>
            <a:off x="930339" y="1672217"/>
            <a:ext cx="4428563" cy="1470025"/>
          </a:xfrm>
        </p:spPr>
        <p:txBody>
          <a:bodyPr lIns="0" tIns="0" rIns="0" bIns="0" anchor="t">
            <a:noAutofit/>
          </a:bodyPr>
          <a:lstStyle>
            <a:lvl1pPr algn="l">
              <a:lnSpc>
                <a:spcPct val="85000"/>
              </a:lnSpc>
              <a:defRPr sz="3733" b="1">
                <a:solidFill>
                  <a:srgbClr val="002A41"/>
                </a:solidFill>
                <a:latin typeface="Arial"/>
                <a:cs typeface="Arial"/>
              </a:defRPr>
            </a:lvl1pPr>
          </a:lstStyle>
          <a:p>
            <a:r>
              <a:rPr lang="en-US"/>
              <a:t>Click to edit Master title style</a:t>
            </a:r>
          </a:p>
        </p:txBody>
      </p:sp>
      <p:sp>
        <p:nvSpPr>
          <p:cNvPr id="3" name="Subtitle 2"/>
          <p:cNvSpPr>
            <a:spLocks noGrp="1"/>
          </p:cNvSpPr>
          <p:nvPr>
            <p:ph type="subTitle" idx="1"/>
          </p:nvPr>
        </p:nvSpPr>
        <p:spPr>
          <a:xfrm>
            <a:off x="930339" y="3093911"/>
            <a:ext cx="4428563" cy="1752600"/>
          </a:xfrm>
        </p:spPr>
        <p:txBody>
          <a:bodyPr lIns="0" tIns="0" rIns="0" bIns="0" anchor="t">
            <a:noAutofit/>
          </a:bodyPr>
          <a:lstStyle>
            <a:lvl1pPr marL="0" indent="0" algn="l">
              <a:lnSpc>
                <a:spcPct val="90000"/>
              </a:lnSpc>
              <a:buNone/>
              <a:defRPr sz="2667">
                <a:solidFill>
                  <a:srgbClr val="002A41"/>
                </a:solidFill>
                <a:latin typeface="Arial"/>
                <a:cs typeface="Aria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p>
        </p:txBody>
      </p:sp>
      <p:pic>
        <p:nvPicPr>
          <p:cNvPr id="12" name="Picture 11"/>
          <p:cNvPicPr>
            <a:picLocks noChangeAspect="1"/>
          </p:cNvPicPr>
          <p:nvPr userDrawn="1"/>
        </p:nvPicPr>
        <p:blipFill>
          <a:blip r:embed="rId3"/>
          <a:stretch>
            <a:fillRect/>
          </a:stretch>
        </p:blipFill>
        <p:spPr>
          <a:xfrm>
            <a:off x="340659" y="328401"/>
            <a:ext cx="2118005" cy="878747"/>
          </a:xfrm>
          <a:prstGeom prst="rect">
            <a:avLst/>
          </a:prstGeom>
        </p:spPr>
      </p:pic>
    </p:spTree>
    <p:extLst>
      <p:ext uri="{BB962C8B-B14F-4D97-AF65-F5344CB8AC3E}">
        <p14:creationId xmlns:p14="http://schemas.microsoft.com/office/powerpoint/2010/main" val="30328385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Durham Title Slide – Blue">
    <p:bg>
      <p:bgPr>
        <a:solidFill>
          <a:schemeClr val="accent2"/>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stretch>
            <a:fillRect/>
          </a:stretch>
        </p:blipFill>
        <p:spPr>
          <a:xfrm>
            <a:off x="5334000" y="0"/>
            <a:ext cx="6858000" cy="6858000"/>
          </a:xfrm>
          <a:prstGeom prst="rect">
            <a:avLst/>
          </a:prstGeom>
        </p:spPr>
      </p:pic>
      <p:sp>
        <p:nvSpPr>
          <p:cNvPr id="2" name="Title 1"/>
          <p:cNvSpPr>
            <a:spLocks noGrp="1"/>
          </p:cNvSpPr>
          <p:nvPr>
            <p:ph type="ctrTitle"/>
          </p:nvPr>
        </p:nvSpPr>
        <p:spPr>
          <a:xfrm>
            <a:off x="930339" y="1672217"/>
            <a:ext cx="4428563" cy="1470025"/>
          </a:xfrm>
        </p:spPr>
        <p:txBody>
          <a:bodyPr lIns="0" tIns="0" rIns="0" bIns="0" anchor="t">
            <a:noAutofit/>
          </a:bodyPr>
          <a:lstStyle>
            <a:lvl1pPr algn="l">
              <a:lnSpc>
                <a:spcPct val="85000"/>
              </a:lnSpc>
              <a:defRPr sz="3733" b="1">
                <a:solidFill>
                  <a:srgbClr val="002A41"/>
                </a:solidFill>
                <a:latin typeface="Arial"/>
                <a:cs typeface="Arial"/>
              </a:defRPr>
            </a:lvl1pPr>
          </a:lstStyle>
          <a:p>
            <a:r>
              <a:rPr lang="en-US"/>
              <a:t>Click to edit Master title style</a:t>
            </a:r>
          </a:p>
        </p:txBody>
      </p:sp>
      <p:sp>
        <p:nvSpPr>
          <p:cNvPr id="3" name="Subtitle 2"/>
          <p:cNvSpPr>
            <a:spLocks noGrp="1"/>
          </p:cNvSpPr>
          <p:nvPr>
            <p:ph type="subTitle" idx="1"/>
          </p:nvPr>
        </p:nvSpPr>
        <p:spPr>
          <a:xfrm>
            <a:off x="930339" y="3093911"/>
            <a:ext cx="4428563" cy="1752600"/>
          </a:xfrm>
        </p:spPr>
        <p:txBody>
          <a:bodyPr lIns="0" tIns="0" rIns="0" bIns="0" anchor="t">
            <a:noAutofit/>
          </a:bodyPr>
          <a:lstStyle>
            <a:lvl1pPr marL="0" indent="0" algn="l">
              <a:lnSpc>
                <a:spcPct val="90000"/>
              </a:lnSpc>
              <a:buNone/>
              <a:defRPr sz="2667">
                <a:solidFill>
                  <a:srgbClr val="002A41"/>
                </a:solidFill>
                <a:latin typeface="Arial"/>
                <a:cs typeface="Aria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p>
        </p:txBody>
      </p:sp>
      <p:pic>
        <p:nvPicPr>
          <p:cNvPr id="18" name="Picture 17"/>
          <p:cNvPicPr>
            <a:picLocks noChangeAspect="1"/>
          </p:cNvPicPr>
          <p:nvPr userDrawn="1"/>
        </p:nvPicPr>
        <p:blipFill>
          <a:blip r:embed="rId3"/>
          <a:stretch>
            <a:fillRect/>
          </a:stretch>
        </p:blipFill>
        <p:spPr>
          <a:xfrm>
            <a:off x="340659" y="328401"/>
            <a:ext cx="2118005" cy="878747"/>
          </a:xfrm>
          <a:prstGeom prst="rect">
            <a:avLst/>
          </a:prstGeom>
        </p:spPr>
      </p:pic>
    </p:spTree>
    <p:extLst>
      <p:ext uri="{BB962C8B-B14F-4D97-AF65-F5344CB8AC3E}">
        <p14:creationId xmlns:p14="http://schemas.microsoft.com/office/powerpoint/2010/main" val="6020785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Durham Title Slide – Gold">
    <p:bg>
      <p:bgPr>
        <a:solidFill>
          <a:srgbClr val="B3BDB1"/>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stretch>
            <a:fillRect/>
          </a:stretch>
        </p:blipFill>
        <p:spPr>
          <a:xfrm>
            <a:off x="5334000" y="0"/>
            <a:ext cx="6858000" cy="6858000"/>
          </a:xfrm>
          <a:prstGeom prst="rect">
            <a:avLst/>
          </a:prstGeom>
        </p:spPr>
      </p:pic>
      <p:sp>
        <p:nvSpPr>
          <p:cNvPr id="2" name="Title 1"/>
          <p:cNvSpPr>
            <a:spLocks noGrp="1"/>
          </p:cNvSpPr>
          <p:nvPr>
            <p:ph type="ctrTitle"/>
          </p:nvPr>
        </p:nvSpPr>
        <p:spPr>
          <a:xfrm>
            <a:off x="930339" y="1672217"/>
            <a:ext cx="4428563" cy="1470025"/>
          </a:xfrm>
        </p:spPr>
        <p:txBody>
          <a:bodyPr lIns="0" tIns="0" rIns="0" bIns="0" anchor="t">
            <a:noAutofit/>
          </a:bodyPr>
          <a:lstStyle>
            <a:lvl1pPr algn="l">
              <a:lnSpc>
                <a:spcPct val="85000"/>
              </a:lnSpc>
              <a:defRPr sz="3733" b="1">
                <a:solidFill>
                  <a:srgbClr val="002A41"/>
                </a:solidFill>
                <a:latin typeface="Arial"/>
                <a:cs typeface="Arial"/>
              </a:defRPr>
            </a:lvl1pPr>
          </a:lstStyle>
          <a:p>
            <a:r>
              <a:rPr lang="en-US"/>
              <a:t>Click to edit Master title style</a:t>
            </a:r>
          </a:p>
        </p:txBody>
      </p:sp>
      <p:sp>
        <p:nvSpPr>
          <p:cNvPr id="3" name="Subtitle 2"/>
          <p:cNvSpPr>
            <a:spLocks noGrp="1"/>
          </p:cNvSpPr>
          <p:nvPr>
            <p:ph type="subTitle" idx="1"/>
          </p:nvPr>
        </p:nvSpPr>
        <p:spPr>
          <a:xfrm>
            <a:off x="930339" y="3093911"/>
            <a:ext cx="4428563" cy="1752600"/>
          </a:xfrm>
        </p:spPr>
        <p:txBody>
          <a:bodyPr lIns="0" tIns="0" rIns="0" bIns="0" anchor="t">
            <a:noAutofit/>
          </a:bodyPr>
          <a:lstStyle>
            <a:lvl1pPr marL="0" indent="0" algn="l">
              <a:lnSpc>
                <a:spcPct val="90000"/>
              </a:lnSpc>
              <a:buNone/>
              <a:defRPr sz="2667">
                <a:solidFill>
                  <a:srgbClr val="002A41"/>
                </a:solidFill>
                <a:latin typeface="Arial"/>
                <a:cs typeface="Aria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p>
        </p:txBody>
      </p:sp>
      <p:pic>
        <p:nvPicPr>
          <p:cNvPr id="17" name="Picture 16"/>
          <p:cNvPicPr>
            <a:picLocks noChangeAspect="1"/>
          </p:cNvPicPr>
          <p:nvPr userDrawn="1"/>
        </p:nvPicPr>
        <p:blipFill>
          <a:blip r:embed="rId3"/>
          <a:stretch>
            <a:fillRect/>
          </a:stretch>
        </p:blipFill>
        <p:spPr>
          <a:xfrm>
            <a:off x="340659" y="328401"/>
            <a:ext cx="2118005" cy="878747"/>
          </a:xfrm>
          <a:prstGeom prst="rect">
            <a:avLst/>
          </a:prstGeom>
        </p:spPr>
      </p:pic>
    </p:spTree>
    <p:extLst>
      <p:ext uri="{BB962C8B-B14F-4D97-AF65-F5344CB8AC3E}">
        <p14:creationId xmlns:p14="http://schemas.microsoft.com/office/powerpoint/2010/main" val="25689417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Durham Title Slide - Yellow">
    <p:bg>
      <p:bgPr>
        <a:solidFill>
          <a:schemeClr val="accent6"/>
        </a:solidFill>
        <a:effectLst/>
      </p:bgPr>
    </p:bg>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stretch>
            <a:fillRect/>
          </a:stretch>
        </p:blipFill>
        <p:spPr>
          <a:xfrm>
            <a:off x="5334000" y="0"/>
            <a:ext cx="6858000" cy="6858000"/>
          </a:xfrm>
          <a:prstGeom prst="rect">
            <a:avLst/>
          </a:prstGeom>
        </p:spPr>
      </p:pic>
      <p:sp>
        <p:nvSpPr>
          <p:cNvPr id="2" name="Title 1"/>
          <p:cNvSpPr>
            <a:spLocks noGrp="1"/>
          </p:cNvSpPr>
          <p:nvPr>
            <p:ph type="ctrTitle"/>
          </p:nvPr>
        </p:nvSpPr>
        <p:spPr>
          <a:xfrm>
            <a:off x="930339" y="1672217"/>
            <a:ext cx="4428563" cy="1470025"/>
          </a:xfrm>
        </p:spPr>
        <p:txBody>
          <a:bodyPr lIns="0" tIns="0" rIns="0" bIns="0" anchor="t">
            <a:noAutofit/>
          </a:bodyPr>
          <a:lstStyle>
            <a:lvl1pPr algn="l">
              <a:lnSpc>
                <a:spcPct val="85000"/>
              </a:lnSpc>
              <a:defRPr sz="3733" b="1">
                <a:solidFill>
                  <a:srgbClr val="002A41"/>
                </a:solidFill>
                <a:latin typeface="Arial"/>
                <a:cs typeface="Arial"/>
              </a:defRPr>
            </a:lvl1pPr>
          </a:lstStyle>
          <a:p>
            <a:r>
              <a:rPr lang="en-US"/>
              <a:t>Click to edit Master title style</a:t>
            </a:r>
          </a:p>
        </p:txBody>
      </p:sp>
      <p:sp>
        <p:nvSpPr>
          <p:cNvPr id="3" name="Subtitle 2"/>
          <p:cNvSpPr>
            <a:spLocks noGrp="1"/>
          </p:cNvSpPr>
          <p:nvPr>
            <p:ph type="subTitle" idx="1"/>
          </p:nvPr>
        </p:nvSpPr>
        <p:spPr>
          <a:xfrm>
            <a:off x="930339" y="3093911"/>
            <a:ext cx="4428563" cy="1752600"/>
          </a:xfrm>
        </p:spPr>
        <p:txBody>
          <a:bodyPr lIns="0" tIns="0" rIns="0" bIns="0" anchor="t">
            <a:noAutofit/>
          </a:bodyPr>
          <a:lstStyle>
            <a:lvl1pPr marL="0" indent="0" algn="l">
              <a:lnSpc>
                <a:spcPct val="90000"/>
              </a:lnSpc>
              <a:buNone/>
              <a:defRPr sz="2667">
                <a:solidFill>
                  <a:srgbClr val="002A41"/>
                </a:solidFill>
                <a:latin typeface="Arial"/>
                <a:cs typeface="Aria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p>
        </p:txBody>
      </p:sp>
      <p:pic>
        <p:nvPicPr>
          <p:cNvPr id="16" name="Picture 15"/>
          <p:cNvPicPr>
            <a:picLocks noChangeAspect="1"/>
          </p:cNvPicPr>
          <p:nvPr userDrawn="1"/>
        </p:nvPicPr>
        <p:blipFill>
          <a:blip r:embed="rId3"/>
          <a:stretch>
            <a:fillRect/>
          </a:stretch>
        </p:blipFill>
        <p:spPr>
          <a:xfrm>
            <a:off x="340659" y="328401"/>
            <a:ext cx="2118005" cy="878747"/>
          </a:xfrm>
          <a:prstGeom prst="rect">
            <a:avLst/>
          </a:prstGeom>
        </p:spPr>
      </p:pic>
    </p:spTree>
    <p:extLst>
      <p:ext uri="{BB962C8B-B14F-4D97-AF65-F5344CB8AC3E}">
        <p14:creationId xmlns:p14="http://schemas.microsoft.com/office/powerpoint/2010/main" val="14883122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Durham Title Slide – Red">
    <p:bg>
      <p:bgPr>
        <a:solidFill>
          <a:srgbClr val="B6AAA7"/>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stretch>
            <a:fillRect/>
          </a:stretch>
        </p:blipFill>
        <p:spPr>
          <a:xfrm>
            <a:off x="5334000" y="0"/>
            <a:ext cx="6858000" cy="6858000"/>
          </a:xfrm>
          <a:prstGeom prst="rect">
            <a:avLst/>
          </a:prstGeom>
        </p:spPr>
      </p:pic>
      <p:sp>
        <p:nvSpPr>
          <p:cNvPr id="2" name="Title 1"/>
          <p:cNvSpPr>
            <a:spLocks noGrp="1"/>
          </p:cNvSpPr>
          <p:nvPr>
            <p:ph type="ctrTitle"/>
          </p:nvPr>
        </p:nvSpPr>
        <p:spPr>
          <a:xfrm>
            <a:off x="930339" y="1672217"/>
            <a:ext cx="4428563" cy="1470025"/>
          </a:xfrm>
        </p:spPr>
        <p:txBody>
          <a:bodyPr lIns="0" tIns="0" rIns="0" bIns="0" anchor="t">
            <a:noAutofit/>
          </a:bodyPr>
          <a:lstStyle>
            <a:lvl1pPr algn="l">
              <a:lnSpc>
                <a:spcPct val="85000"/>
              </a:lnSpc>
              <a:defRPr sz="3733" b="1">
                <a:solidFill>
                  <a:schemeClr val="tx1"/>
                </a:solidFill>
                <a:latin typeface="Arial"/>
                <a:cs typeface="Arial"/>
              </a:defRPr>
            </a:lvl1pPr>
          </a:lstStyle>
          <a:p>
            <a:r>
              <a:rPr lang="en-US"/>
              <a:t>Click to edit Master title style</a:t>
            </a:r>
          </a:p>
        </p:txBody>
      </p:sp>
      <p:sp>
        <p:nvSpPr>
          <p:cNvPr id="3" name="Subtitle 2"/>
          <p:cNvSpPr>
            <a:spLocks noGrp="1"/>
          </p:cNvSpPr>
          <p:nvPr>
            <p:ph type="subTitle" idx="1"/>
          </p:nvPr>
        </p:nvSpPr>
        <p:spPr>
          <a:xfrm>
            <a:off x="930339" y="3093911"/>
            <a:ext cx="4428563" cy="1752600"/>
          </a:xfrm>
        </p:spPr>
        <p:txBody>
          <a:bodyPr lIns="0" tIns="0" rIns="0" bIns="0" anchor="t">
            <a:noAutofit/>
          </a:bodyPr>
          <a:lstStyle>
            <a:lvl1pPr marL="0" indent="0" algn="l">
              <a:lnSpc>
                <a:spcPct val="90000"/>
              </a:lnSpc>
              <a:buNone/>
              <a:defRPr sz="2667">
                <a:solidFill>
                  <a:srgbClr val="002A41"/>
                </a:solidFill>
                <a:latin typeface="Arial"/>
                <a:cs typeface="Aria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p>
        </p:txBody>
      </p:sp>
      <p:pic>
        <p:nvPicPr>
          <p:cNvPr id="14" name="Picture 13"/>
          <p:cNvPicPr>
            <a:picLocks noChangeAspect="1"/>
          </p:cNvPicPr>
          <p:nvPr userDrawn="1"/>
        </p:nvPicPr>
        <p:blipFill>
          <a:blip r:embed="rId3"/>
          <a:stretch>
            <a:fillRect/>
          </a:stretch>
        </p:blipFill>
        <p:spPr>
          <a:xfrm>
            <a:off x="340659" y="328401"/>
            <a:ext cx="2118005" cy="878747"/>
          </a:xfrm>
          <a:prstGeom prst="rect">
            <a:avLst/>
          </a:prstGeom>
        </p:spPr>
      </p:pic>
    </p:spTree>
    <p:extLst>
      <p:ext uri="{BB962C8B-B14F-4D97-AF65-F5344CB8AC3E}">
        <p14:creationId xmlns:p14="http://schemas.microsoft.com/office/powerpoint/2010/main" val="22477803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urham Text Slide - 1 col">
    <p:spTree>
      <p:nvGrpSpPr>
        <p:cNvPr id="1" name=""/>
        <p:cNvGrpSpPr/>
        <p:nvPr/>
      </p:nvGrpSpPr>
      <p:grpSpPr>
        <a:xfrm>
          <a:off x="0" y="0"/>
          <a:ext cx="0" cy="0"/>
          <a:chOff x="0" y="0"/>
          <a:chExt cx="0" cy="0"/>
        </a:xfrm>
      </p:grpSpPr>
      <p:sp>
        <p:nvSpPr>
          <p:cNvPr id="2" name="Title 1"/>
          <p:cNvSpPr>
            <a:spLocks noGrp="1"/>
          </p:cNvSpPr>
          <p:nvPr>
            <p:ph type="title"/>
          </p:nvPr>
        </p:nvSpPr>
        <p:spPr>
          <a:xfrm>
            <a:off x="828737" y="369979"/>
            <a:ext cx="10536517" cy="1143000"/>
          </a:xfrm>
        </p:spPr>
        <p:txBody>
          <a:bodyPr lIns="0" tIns="0" rIns="0" bIns="0" anchor="t">
            <a:noAutofit/>
          </a:bodyPr>
          <a:lstStyle>
            <a:lvl1pPr algn="l">
              <a:defRPr sz="3200" b="1">
                <a:solidFill>
                  <a:srgbClr val="54145A"/>
                </a:solidFill>
                <a:latin typeface="Arial"/>
                <a:cs typeface="Arial"/>
              </a:defRPr>
            </a:lvl1pPr>
          </a:lstStyle>
          <a:p>
            <a:r>
              <a:rPr lang="en-US"/>
              <a:t>Click to edit Master title style</a:t>
            </a:r>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45986" y="6230447"/>
            <a:ext cx="1020673" cy="423471"/>
          </a:xfrm>
          <a:prstGeom prst="rect">
            <a:avLst/>
          </a:prstGeom>
        </p:spPr>
      </p:pic>
      <p:sp>
        <p:nvSpPr>
          <p:cNvPr id="4" name="Content Placeholder 3"/>
          <p:cNvSpPr>
            <a:spLocks noGrp="1"/>
          </p:cNvSpPr>
          <p:nvPr>
            <p:ph sz="quarter" idx="11"/>
          </p:nvPr>
        </p:nvSpPr>
        <p:spPr>
          <a:xfrm>
            <a:off x="828737" y="1632944"/>
            <a:ext cx="7603571" cy="3886200"/>
          </a:xfrm>
        </p:spPr>
        <p:txBody>
          <a:bodyPr lIns="0" tIns="0" rIns="0" bIns="0">
            <a:noAutofit/>
          </a:bodyPr>
          <a:lstStyle>
            <a:lvl1pPr marL="0" indent="0">
              <a:spcBef>
                <a:spcPts val="1067"/>
              </a:spcBef>
              <a:buNone/>
              <a:defRPr sz="2400">
                <a:solidFill>
                  <a:srgbClr val="002A41"/>
                </a:solidFill>
                <a:latin typeface="Arial"/>
                <a:cs typeface="Arial"/>
              </a:defRPr>
            </a:lvl1pPr>
            <a:lvl2pPr marL="383990" indent="-383990">
              <a:spcBef>
                <a:spcPts val="1067"/>
              </a:spcBef>
              <a:buClr>
                <a:srgbClr val="68246D"/>
              </a:buClr>
              <a:buFont typeface="Arial"/>
              <a:buChar char="•"/>
              <a:defRPr sz="2400">
                <a:solidFill>
                  <a:srgbClr val="002A41"/>
                </a:solidFill>
                <a:latin typeface="Arial"/>
                <a:cs typeface="Arial"/>
              </a:defRPr>
            </a:lvl2pPr>
            <a:lvl3pPr marL="767981" indent="-383990">
              <a:spcBef>
                <a:spcPts val="1067"/>
              </a:spcBef>
              <a:buFont typeface="Lucida Grande"/>
              <a:buChar char="–"/>
              <a:defRPr sz="2400">
                <a:solidFill>
                  <a:srgbClr val="002A41"/>
                </a:solidFill>
                <a:latin typeface="Arial"/>
                <a:cs typeface="Arial"/>
              </a:defRPr>
            </a:lvl3pPr>
            <a:lvl4pPr>
              <a:defRPr sz="2400">
                <a:latin typeface="Arial"/>
                <a:cs typeface="Arial"/>
              </a:defRPr>
            </a:lvl4pPr>
            <a:lvl5pPr>
              <a:defRPr sz="2400">
                <a:latin typeface="Arial"/>
                <a:cs typeface="Arial"/>
              </a:defRPr>
            </a:lvl5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4491965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urham Text Slide - 2 col">
    <p:spTree>
      <p:nvGrpSpPr>
        <p:cNvPr id="1" name=""/>
        <p:cNvGrpSpPr/>
        <p:nvPr/>
      </p:nvGrpSpPr>
      <p:grpSpPr>
        <a:xfrm>
          <a:off x="0" y="0"/>
          <a:ext cx="0" cy="0"/>
          <a:chOff x="0" y="0"/>
          <a:chExt cx="0" cy="0"/>
        </a:xfrm>
      </p:grpSpPr>
      <p:sp>
        <p:nvSpPr>
          <p:cNvPr id="2" name="Title 1"/>
          <p:cNvSpPr>
            <a:spLocks noGrp="1"/>
          </p:cNvSpPr>
          <p:nvPr>
            <p:ph type="title"/>
          </p:nvPr>
        </p:nvSpPr>
        <p:spPr>
          <a:xfrm>
            <a:off x="828737" y="369979"/>
            <a:ext cx="10536517" cy="1143000"/>
          </a:xfrm>
        </p:spPr>
        <p:txBody>
          <a:bodyPr lIns="0" tIns="0" rIns="0" bIns="0" anchor="t">
            <a:noAutofit/>
          </a:bodyPr>
          <a:lstStyle>
            <a:lvl1pPr algn="l">
              <a:defRPr sz="3200" b="1">
                <a:solidFill>
                  <a:srgbClr val="54145A"/>
                </a:solidFill>
                <a:latin typeface="Arial"/>
                <a:cs typeface="Arial"/>
              </a:defRPr>
            </a:lvl1pPr>
          </a:lstStyle>
          <a:p>
            <a:r>
              <a:rPr lang="en-US"/>
              <a:t>Click to edit Master title style</a:t>
            </a:r>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45986" y="6230447"/>
            <a:ext cx="1020673" cy="423471"/>
          </a:xfrm>
          <a:prstGeom prst="rect">
            <a:avLst/>
          </a:prstGeom>
        </p:spPr>
      </p:pic>
      <p:sp>
        <p:nvSpPr>
          <p:cNvPr id="10" name="Content Placeholder 3"/>
          <p:cNvSpPr>
            <a:spLocks noGrp="1"/>
          </p:cNvSpPr>
          <p:nvPr>
            <p:ph sz="quarter" idx="12"/>
          </p:nvPr>
        </p:nvSpPr>
        <p:spPr>
          <a:xfrm>
            <a:off x="828738" y="1632944"/>
            <a:ext cx="5076253" cy="3886200"/>
          </a:xfrm>
        </p:spPr>
        <p:txBody>
          <a:bodyPr lIns="0" tIns="0" rIns="0" bIns="0">
            <a:noAutofit/>
          </a:bodyPr>
          <a:lstStyle>
            <a:lvl1pPr marL="0" indent="0">
              <a:spcBef>
                <a:spcPts val="1067"/>
              </a:spcBef>
              <a:buNone/>
              <a:defRPr sz="2400">
                <a:solidFill>
                  <a:srgbClr val="002A41"/>
                </a:solidFill>
                <a:latin typeface="Arial"/>
                <a:cs typeface="Arial"/>
              </a:defRPr>
            </a:lvl1pPr>
            <a:lvl2pPr marL="383990" indent="-383990">
              <a:spcBef>
                <a:spcPts val="1067"/>
              </a:spcBef>
              <a:buClr>
                <a:srgbClr val="68246D"/>
              </a:buClr>
              <a:buFont typeface="Arial"/>
              <a:buChar char="•"/>
              <a:defRPr sz="2400">
                <a:solidFill>
                  <a:srgbClr val="002A41"/>
                </a:solidFill>
                <a:latin typeface="Arial"/>
                <a:cs typeface="Arial"/>
              </a:defRPr>
            </a:lvl2pPr>
            <a:lvl3pPr marL="767981" indent="-383990">
              <a:spcBef>
                <a:spcPts val="1067"/>
              </a:spcBef>
              <a:buFont typeface="Lucida Grande"/>
              <a:buChar char="–"/>
              <a:defRPr sz="2400">
                <a:solidFill>
                  <a:srgbClr val="002A41"/>
                </a:solidFill>
                <a:latin typeface="Arial"/>
                <a:cs typeface="Arial"/>
              </a:defRPr>
            </a:lvl3pPr>
            <a:lvl4pPr>
              <a:defRPr sz="2400">
                <a:latin typeface="Arial"/>
                <a:cs typeface="Arial"/>
              </a:defRPr>
            </a:lvl4pPr>
            <a:lvl5pPr>
              <a:defRPr sz="2400">
                <a:latin typeface="Arial"/>
                <a:cs typeface="Arial"/>
              </a:defRPr>
            </a:lvl5pPr>
          </a:lstStyle>
          <a:p>
            <a:pPr lvl="0"/>
            <a:r>
              <a:rPr lang="en-US"/>
              <a:t>Edit Master text styles</a:t>
            </a:r>
          </a:p>
          <a:p>
            <a:pPr lvl="1"/>
            <a:r>
              <a:rPr lang="en-US"/>
              <a:t>Second level</a:t>
            </a:r>
          </a:p>
          <a:p>
            <a:pPr lvl="2"/>
            <a:r>
              <a:rPr lang="en-US"/>
              <a:t>Third level</a:t>
            </a:r>
          </a:p>
        </p:txBody>
      </p:sp>
      <p:sp>
        <p:nvSpPr>
          <p:cNvPr id="12" name="Content Placeholder 3"/>
          <p:cNvSpPr>
            <a:spLocks noGrp="1"/>
          </p:cNvSpPr>
          <p:nvPr>
            <p:ph sz="quarter" idx="13"/>
          </p:nvPr>
        </p:nvSpPr>
        <p:spPr>
          <a:xfrm>
            <a:off x="6289002" y="1632944"/>
            <a:ext cx="5076253" cy="3886200"/>
          </a:xfrm>
        </p:spPr>
        <p:txBody>
          <a:bodyPr lIns="0" tIns="0" rIns="0" bIns="0">
            <a:noAutofit/>
          </a:bodyPr>
          <a:lstStyle>
            <a:lvl1pPr marL="0" indent="0">
              <a:spcBef>
                <a:spcPts val="1067"/>
              </a:spcBef>
              <a:buNone/>
              <a:defRPr sz="2400">
                <a:solidFill>
                  <a:srgbClr val="002A41"/>
                </a:solidFill>
                <a:latin typeface="Arial"/>
                <a:cs typeface="Arial"/>
              </a:defRPr>
            </a:lvl1pPr>
            <a:lvl2pPr marL="383990" indent="-383990">
              <a:spcBef>
                <a:spcPts val="1067"/>
              </a:spcBef>
              <a:buClr>
                <a:srgbClr val="68246D"/>
              </a:buClr>
              <a:buFont typeface="Arial"/>
              <a:buChar char="•"/>
              <a:defRPr sz="2400">
                <a:solidFill>
                  <a:srgbClr val="002A41"/>
                </a:solidFill>
                <a:latin typeface="Arial"/>
                <a:cs typeface="Arial"/>
              </a:defRPr>
            </a:lvl2pPr>
            <a:lvl3pPr marL="767981" indent="-383990">
              <a:spcBef>
                <a:spcPts val="1067"/>
              </a:spcBef>
              <a:buFont typeface="Lucida Grande"/>
              <a:buChar char="–"/>
              <a:defRPr sz="2400">
                <a:solidFill>
                  <a:srgbClr val="002A41"/>
                </a:solidFill>
                <a:latin typeface="Arial"/>
                <a:cs typeface="Arial"/>
              </a:defRPr>
            </a:lvl3pPr>
            <a:lvl4pPr>
              <a:defRPr sz="2400">
                <a:latin typeface="Arial"/>
                <a:cs typeface="Arial"/>
              </a:defRPr>
            </a:lvl4pPr>
            <a:lvl5pPr>
              <a:defRPr sz="2400">
                <a:latin typeface="Arial"/>
                <a:cs typeface="Arial"/>
              </a:defRPr>
            </a:lvl5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7709163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urham Text Slide - 3 col">
    <p:spTree>
      <p:nvGrpSpPr>
        <p:cNvPr id="1" name=""/>
        <p:cNvGrpSpPr/>
        <p:nvPr/>
      </p:nvGrpSpPr>
      <p:grpSpPr>
        <a:xfrm>
          <a:off x="0" y="0"/>
          <a:ext cx="0" cy="0"/>
          <a:chOff x="0" y="0"/>
          <a:chExt cx="0" cy="0"/>
        </a:xfrm>
      </p:grpSpPr>
      <p:sp>
        <p:nvSpPr>
          <p:cNvPr id="2" name="Title 1"/>
          <p:cNvSpPr>
            <a:spLocks noGrp="1"/>
          </p:cNvSpPr>
          <p:nvPr>
            <p:ph type="title"/>
          </p:nvPr>
        </p:nvSpPr>
        <p:spPr>
          <a:xfrm>
            <a:off x="828737" y="369979"/>
            <a:ext cx="10536517" cy="1143000"/>
          </a:xfrm>
        </p:spPr>
        <p:txBody>
          <a:bodyPr lIns="0" tIns="0" rIns="0" bIns="0" anchor="t">
            <a:noAutofit/>
          </a:bodyPr>
          <a:lstStyle>
            <a:lvl1pPr algn="l">
              <a:defRPr sz="3200" b="1">
                <a:solidFill>
                  <a:schemeClr val="tx2"/>
                </a:solidFill>
                <a:latin typeface="Arial"/>
                <a:cs typeface="Arial"/>
              </a:defRPr>
            </a:lvl1pPr>
          </a:lstStyle>
          <a:p>
            <a:r>
              <a:rPr lang="en-US"/>
              <a:t>Click to edit Master title style</a:t>
            </a:r>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45986" y="6230447"/>
            <a:ext cx="1020673" cy="423471"/>
          </a:xfrm>
          <a:prstGeom prst="rect">
            <a:avLst/>
          </a:prstGeom>
        </p:spPr>
      </p:pic>
      <p:sp>
        <p:nvSpPr>
          <p:cNvPr id="12" name="Content Placeholder 3"/>
          <p:cNvSpPr>
            <a:spLocks noGrp="1"/>
          </p:cNvSpPr>
          <p:nvPr>
            <p:ph sz="quarter" idx="13"/>
          </p:nvPr>
        </p:nvSpPr>
        <p:spPr>
          <a:xfrm>
            <a:off x="828738" y="1632944"/>
            <a:ext cx="3246737" cy="3886200"/>
          </a:xfrm>
        </p:spPr>
        <p:txBody>
          <a:bodyPr lIns="0" tIns="0" rIns="0" bIns="0">
            <a:noAutofit/>
          </a:bodyPr>
          <a:lstStyle>
            <a:lvl1pPr marL="0" indent="0">
              <a:spcBef>
                <a:spcPts val="533"/>
              </a:spcBef>
              <a:buNone/>
              <a:defRPr sz="1867">
                <a:solidFill>
                  <a:srgbClr val="002A41"/>
                </a:solidFill>
                <a:latin typeface="Arial"/>
                <a:cs typeface="Arial"/>
              </a:defRPr>
            </a:lvl1pPr>
            <a:lvl2pPr marL="383990" indent="-383990">
              <a:spcBef>
                <a:spcPts val="533"/>
              </a:spcBef>
              <a:buClr>
                <a:srgbClr val="68246D"/>
              </a:buClr>
              <a:buFont typeface="Arial"/>
              <a:buChar char="•"/>
              <a:defRPr sz="1867">
                <a:solidFill>
                  <a:srgbClr val="002A41"/>
                </a:solidFill>
                <a:latin typeface="Arial"/>
                <a:cs typeface="Arial"/>
              </a:defRPr>
            </a:lvl2pPr>
            <a:lvl3pPr marL="767981" indent="-383990">
              <a:spcBef>
                <a:spcPts val="533"/>
              </a:spcBef>
              <a:buFont typeface="Lucida Grande"/>
              <a:buChar char="–"/>
              <a:defRPr sz="1867">
                <a:solidFill>
                  <a:srgbClr val="002A41"/>
                </a:solidFill>
                <a:latin typeface="Arial"/>
                <a:cs typeface="Arial"/>
              </a:defRPr>
            </a:lvl3pPr>
            <a:lvl4pPr>
              <a:defRPr sz="2400">
                <a:latin typeface="Arial"/>
                <a:cs typeface="Arial"/>
              </a:defRPr>
            </a:lvl4pPr>
            <a:lvl5pPr>
              <a:defRPr sz="2400">
                <a:latin typeface="Arial"/>
                <a:cs typeface="Arial"/>
              </a:defRPr>
            </a:lvl5pPr>
          </a:lstStyle>
          <a:p>
            <a:pPr lvl="0"/>
            <a:r>
              <a:rPr lang="en-US"/>
              <a:t>Edit Master text styles</a:t>
            </a:r>
          </a:p>
          <a:p>
            <a:pPr lvl="1"/>
            <a:r>
              <a:rPr lang="en-US"/>
              <a:t>Second level</a:t>
            </a:r>
          </a:p>
          <a:p>
            <a:pPr lvl="2"/>
            <a:r>
              <a:rPr lang="en-US"/>
              <a:t>Third level</a:t>
            </a:r>
          </a:p>
        </p:txBody>
      </p:sp>
      <p:sp>
        <p:nvSpPr>
          <p:cNvPr id="14" name="Content Placeholder 3"/>
          <p:cNvSpPr>
            <a:spLocks noGrp="1"/>
          </p:cNvSpPr>
          <p:nvPr>
            <p:ph sz="quarter" idx="14"/>
          </p:nvPr>
        </p:nvSpPr>
        <p:spPr>
          <a:xfrm>
            <a:off x="4473629" y="1632944"/>
            <a:ext cx="3246737" cy="3886200"/>
          </a:xfrm>
        </p:spPr>
        <p:txBody>
          <a:bodyPr lIns="0" tIns="0" rIns="0" bIns="0">
            <a:noAutofit/>
          </a:bodyPr>
          <a:lstStyle>
            <a:lvl1pPr marL="0" indent="0">
              <a:spcBef>
                <a:spcPts val="533"/>
              </a:spcBef>
              <a:buNone/>
              <a:defRPr sz="1867">
                <a:solidFill>
                  <a:srgbClr val="002A41"/>
                </a:solidFill>
                <a:latin typeface="Arial"/>
                <a:cs typeface="Arial"/>
              </a:defRPr>
            </a:lvl1pPr>
            <a:lvl2pPr marL="383990" indent="-383990">
              <a:spcBef>
                <a:spcPts val="533"/>
              </a:spcBef>
              <a:buClr>
                <a:srgbClr val="68246D"/>
              </a:buClr>
              <a:buFont typeface="Arial"/>
              <a:buChar char="•"/>
              <a:defRPr sz="1867">
                <a:solidFill>
                  <a:srgbClr val="002A41"/>
                </a:solidFill>
                <a:latin typeface="Arial"/>
                <a:cs typeface="Arial"/>
              </a:defRPr>
            </a:lvl2pPr>
            <a:lvl3pPr marL="767981" indent="-383990">
              <a:spcBef>
                <a:spcPts val="533"/>
              </a:spcBef>
              <a:buFont typeface="Lucida Grande"/>
              <a:buChar char="–"/>
              <a:defRPr sz="1867">
                <a:solidFill>
                  <a:srgbClr val="002A41"/>
                </a:solidFill>
                <a:latin typeface="Arial"/>
                <a:cs typeface="Arial"/>
              </a:defRPr>
            </a:lvl3pPr>
            <a:lvl4pPr>
              <a:defRPr sz="2400">
                <a:latin typeface="Arial"/>
                <a:cs typeface="Arial"/>
              </a:defRPr>
            </a:lvl4pPr>
            <a:lvl5pPr>
              <a:defRPr sz="2400">
                <a:latin typeface="Arial"/>
                <a:cs typeface="Arial"/>
              </a:defRPr>
            </a:lvl5pPr>
          </a:lstStyle>
          <a:p>
            <a:pPr lvl="0"/>
            <a:r>
              <a:rPr lang="en-US"/>
              <a:t>Edit Master text styles</a:t>
            </a:r>
          </a:p>
          <a:p>
            <a:pPr lvl="1"/>
            <a:r>
              <a:rPr lang="en-US"/>
              <a:t>Second level</a:t>
            </a:r>
          </a:p>
          <a:p>
            <a:pPr lvl="2"/>
            <a:r>
              <a:rPr lang="en-US"/>
              <a:t>Third level</a:t>
            </a:r>
          </a:p>
        </p:txBody>
      </p:sp>
      <p:sp>
        <p:nvSpPr>
          <p:cNvPr id="15" name="Content Placeholder 3"/>
          <p:cNvSpPr>
            <a:spLocks noGrp="1"/>
          </p:cNvSpPr>
          <p:nvPr>
            <p:ph sz="quarter" idx="15"/>
          </p:nvPr>
        </p:nvSpPr>
        <p:spPr>
          <a:xfrm>
            <a:off x="8118518" y="1632944"/>
            <a:ext cx="3246737" cy="3886200"/>
          </a:xfrm>
        </p:spPr>
        <p:txBody>
          <a:bodyPr lIns="0" tIns="0" rIns="0" bIns="0">
            <a:noAutofit/>
          </a:bodyPr>
          <a:lstStyle>
            <a:lvl1pPr marL="0" indent="0">
              <a:spcBef>
                <a:spcPts val="533"/>
              </a:spcBef>
              <a:buNone/>
              <a:defRPr sz="1867">
                <a:solidFill>
                  <a:srgbClr val="002A41"/>
                </a:solidFill>
                <a:latin typeface="Arial"/>
                <a:cs typeface="Arial"/>
              </a:defRPr>
            </a:lvl1pPr>
            <a:lvl2pPr marL="383990" indent="-383990">
              <a:spcBef>
                <a:spcPts val="533"/>
              </a:spcBef>
              <a:buClr>
                <a:srgbClr val="68246D"/>
              </a:buClr>
              <a:buFont typeface="Arial"/>
              <a:buChar char="•"/>
              <a:defRPr sz="1867">
                <a:solidFill>
                  <a:srgbClr val="002A41"/>
                </a:solidFill>
                <a:latin typeface="Arial"/>
                <a:cs typeface="Arial"/>
              </a:defRPr>
            </a:lvl2pPr>
            <a:lvl3pPr marL="767981" indent="-383990">
              <a:spcBef>
                <a:spcPts val="533"/>
              </a:spcBef>
              <a:buFont typeface="Lucida Grande"/>
              <a:buChar char="–"/>
              <a:defRPr sz="1867">
                <a:solidFill>
                  <a:srgbClr val="002A41"/>
                </a:solidFill>
                <a:latin typeface="Arial"/>
                <a:cs typeface="Arial"/>
              </a:defRPr>
            </a:lvl3pPr>
            <a:lvl4pPr>
              <a:defRPr sz="2400">
                <a:latin typeface="Arial"/>
                <a:cs typeface="Arial"/>
              </a:defRPr>
            </a:lvl4pPr>
            <a:lvl5pPr>
              <a:defRPr sz="2400">
                <a:latin typeface="Arial"/>
                <a:cs typeface="Arial"/>
              </a:defRPr>
            </a:lvl5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547706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urham Breaker Slide">
    <p:bg>
      <p:bgPr>
        <a:solidFill>
          <a:srgbClr val="A5C8D0"/>
        </a:soli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45986" y="6230447"/>
            <a:ext cx="1020673" cy="423471"/>
          </a:xfrm>
          <a:prstGeom prst="rect">
            <a:avLst/>
          </a:prstGeom>
        </p:spPr>
      </p:pic>
      <p:sp>
        <p:nvSpPr>
          <p:cNvPr id="6" name="Content Placeholder 3"/>
          <p:cNvSpPr>
            <a:spLocks noGrp="1"/>
          </p:cNvSpPr>
          <p:nvPr>
            <p:ph sz="quarter" idx="11"/>
          </p:nvPr>
        </p:nvSpPr>
        <p:spPr>
          <a:xfrm>
            <a:off x="2844658" y="1632944"/>
            <a:ext cx="6891867" cy="3886200"/>
          </a:xfrm>
        </p:spPr>
        <p:txBody>
          <a:bodyPr lIns="0" tIns="0" rIns="0" bIns="0">
            <a:noAutofit/>
          </a:bodyPr>
          <a:lstStyle>
            <a:lvl1pPr marL="0" indent="0">
              <a:spcBef>
                <a:spcPts val="1333"/>
              </a:spcBef>
              <a:buNone/>
              <a:defRPr sz="3200">
                <a:solidFill>
                  <a:srgbClr val="54145A"/>
                </a:solidFill>
                <a:latin typeface="Arial"/>
                <a:cs typeface="Arial"/>
              </a:defRPr>
            </a:lvl1pPr>
            <a:lvl2pPr marL="383990" indent="-383990">
              <a:spcBef>
                <a:spcPts val="1333"/>
              </a:spcBef>
              <a:buClr>
                <a:srgbClr val="68246D"/>
              </a:buClr>
              <a:buFont typeface="Arial"/>
              <a:buChar char="•"/>
              <a:defRPr sz="3200">
                <a:solidFill>
                  <a:srgbClr val="54145A"/>
                </a:solidFill>
                <a:latin typeface="Arial"/>
                <a:cs typeface="Arial"/>
              </a:defRPr>
            </a:lvl2pPr>
            <a:lvl3pPr marL="767981" indent="-383990">
              <a:spcBef>
                <a:spcPts val="1333"/>
              </a:spcBef>
              <a:buFont typeface="Lucida Grande"/>
              <a:buChar char="–"/>
              <a:defRPr sz="3200">
                <a:solidFill>
                  <a:srgbClr val="54145A"/>
                </a:solidFill>
                <a:latin typeface="Arial"/>
                <a:cs typeface="Arial"/>
              </a:defRPr>
            </a:lvl3pPr>
            <a:lvl4pPr>
              <a:defRPr sz="2400">
                <a:latin typeface="Arial"/>
                <a:cs typeface="Arial"/>
              </a:defRPr>
            </a:lvl4pPr>
            <a:lvl5pPr>
              <a:defRPr sz="2400">
                <a:latin typeface="Arial"/>
                <a:cs typeface="Arial"/>
              </a:defRPr>
            </a:lvl5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9467407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6705600" y="4114798"/>
            <a:ext cx="1379855" cy="1371600"/>
          </a:xfrm>
          <a:custGeom>
            <a:avLst/>
            <a:gdLst/>
            <a:ahLst/>
            <a:cxnLst/>
            <a:rect l="l" t="t" r="r" b="b"/>
            <a:pathLst>
              <a:path w="1379854" h="1371600">
                <a:moveTo>
                  <a:pt x="1371600" y="0"/>
                </a:moveTo>
                <a:lnTo>
                  <a:pt x="0" y="1"/>
                </a:lnTo>
                <a:lnTo>
                  <a:pt x="1143" y="56376"/>
                </a:lnTo>
                <a:lnTo>
                  <a:pt x="3900" y="104096"/>
                </a:lnTo>
                <a:lnTo>
                  <a:pt x="8267" y="151363"/>
                </a:lnTo>
                <a:lnTo>
                  <a:pt x="14218" y="198148"/>
                </a:lnTo>
                <a:lnTo>
                  <a:pt x="21725" y="244427"/>
                </a:lnTo>
                <a:lnTo>
                  <a:pt x="30761" y="290170"/>
                </a:lnTo>
                <a:lnTo>
                  <a:pt x="41298" y="335352"/>
                </a:lnTo>
                <a:lnTo>
                  <a:pt x="53309" y="379944"/>
                </a:lnTo>
                <a:lnTo>
                  <a:pt x="66767" y="423921"/>
                </a:lnTo>
                <a:lnTo>
                  <a:pt x="81645" y="467255"/>
                </a:lnTo>
                <a:lnTo>
                  <a:pt x="97914" y="509919"/>
                </a:lnTo>
                <a:lnTo>
                  <a:pt x="115548" y="551886"/>
                </a:lnTo>
                <a:lnTo>
                  <a:pt x="134519" y="593129"/>
                </a:lnTo>
                <a:lnTo>
                  <a:pt x="154800" y="633622"/>
                </a:lnTo>
                <a:lnTo>
                  <a:pt x="176363" y="673336"/>
                </a:lnTo>
                <a:lnTo>
                  <a:pt x="199182" y="712244"/>
                </a:lnTo>
                <a:lnTo>
                  <a:pt x="223228" y="750321"/>
                </a:lnTo>
                <a:lnTo>
                  <a:pt x="248475" y="787539"/>
                </a:lnTo>
                <a:lnTo>
                  <a:pt x="274895" y="823870"/>
                </a:lnTo>
                <a:lnTo>
                  <a:pt x="302461" y="859288"/>
                </a:lnTo>
                <a:lnTo>
                  <a:pt x="331145" y="893766"/>
                </a:lnTo>
                <a:lnTo>
                  <a:pt x="360920" y="927276"/>
                </a:lnTo>
                <a:lnTo>
                  <a:pt x="391759" y="959792"/>
                </a:lnTo>
                <a:lnTo>
                  <a:pt x="423633" y="991287"/>
                </a:lnTo>
                <a:lnTo>
                  <a:pt x="456517" y="1021733"/>
                </a:lnTo>
                <a:lnTo>
                  <a:pt x="490383" y="1051104"/>
                </a:lnTo>
                <a:lnTo>
                  <a:pt x="525202" y="1079372"/>
                </a:lnTo>
                <a:lnTo>
                  <a:pt x="560948" y="1106511"/>
                </a:lnTo>
                <a:lnTo>
                  <a:pt x="597594" y="1132493"/>
                </a:lnTo>
                <a:lnTo>
                  <a:pt x="635112" y="1157291"/>
                </a:lnTo>
                <a:lnTo>
                  <a:pt x="673474" y="1180879"/>
                </a:lnTo>
                <a:lnTo>
                  <a:pt x="712654" y="1203229"/>
                </a:lnTo>
                <a:lnTo>
                  <a:pt x="752624" y="1224315"/>
                </a:lnTo>
                <a:lnTo>
                  <a:pt x="793356" y="1244109"/>
                </a:lnTo>
                <a:lnTo>
                  <a:pt x="834824" y="1262584"/>
                </a:lnTo>
                <a:lnTo>
                  <a:pt x="877000" y="1279713"/>
                </a:lnTo>
                <a:lnTo>
                  <a:pt x="919856" y="1295469"/>
                </a:lnTo>
                <a:lnTo>
                  <a:pt x="963365" y="1309825"/>
                </a:lnTo>
                <a:lnTo>
                  <a:pt x="1007500" y="1322754"/>
                </a:lnTo>
                <a:lnTo>
                  <a:pt x="1052234" y="1334230"/>
                </a:lnTo>
                <a:lnTo>
                  <a:pt x="1097539" y="1344224"/>
                </a:lnTo>
                <a:lnTo>
                  <a:pt x="1143387" y="1352711"/>
                </a:lnTo>
                <a:lnTo>
                  <a:pt x="1189752" y="1359662"/>
                </a:lnTo>
                <a:lnTo>
                  <a:pt x="1236606" y="1365051"/>
                </a:lnTo>
                <a:lnTo>
                  <a:pt x="1283921" y="1368851"/>
                </a:lnTo>
                <a:lnTo>
                  <a:pt x="1331671" y="1371035"/>
                </a:lnTo>
                <a:lnTo>
                  <a:pt x="1379828" y="1371575"/>
                </a:lnTo>
                <a:lnTo>
                  <a:pt x="1371600" y="0"/>
                </a:lnTo>
                <a:close/>
              </a:path>
            </a:pathLst>
          </a:custGeom>
          <a:solidFill>
            <a:srgbClr val="565F6F"/>
          </a:solidFill>
        </p:spPr>
        <p:txBody>
          <a:bodyPr wrap="square" lIns="0" tIns="0" rIns="0" bIns="0" rtlCol="0"/>
          <a:lstStyle/>
          <a:p>
            <a:endParaRPr/>
          </a:p>
        </p:txBody>
      </p:sp>
      <p:sp>
        <p:nvSpPr>
          <p:cNvPr id="17" name="bg object 17"/>
          <p:cNvSpPr/>
          <p:nvPr/>
        </p:nvSpPr>
        <p:spPr>
          <a:xfrm>
            <a:off x="8077200" y="0"/>
            <a:ext cx="4114800" cy="6858000"/>
          </a:xfrm>
          <a:custGeom>
            <a:avLst/>
            <a:gdLst/>
            <a:ahLst/>
            <a:cxnLst/>
            <a:rect l="l" t="t" r="r" b="b"/>
            <a:pathLst>
              <a:path w="4114800" h="6858000">
                <a:moveTo>
                  <a:pt x="4114749" y="4098340"/>
                </a:moveTo>
                <a:lnTo>
                  <a:pt x="2743200" y="4106570"/>
                </a:lnTo>
                <a:lnTo>
                  <a:pt x="2743200" y="2743200"/>
                </a:lnTo>
                <a:lnTo>
                  <a:pt x="1371600" y="2743200"/>
                </a:lnTo>
                <a:lnTo>
                  <a:pt x="0" y="2743200"/>
                </a:lnTo>
                <a:lnTo>
                  <a:pt x="0" y="4114800"/>
                </a:lnTo>
                <a:lnTo>
                  <a:pt x="1371600" y="4114800"/>
                </a:lnTo>
                <a:lnTo>
                  <a:pt x="1371600" y="5486400"/>
                </a:lnTo>
                <a:lnTo>
                  <a:pt x="0" y="5486400"/>
                </a:lnTo>
                <a:lnTo>
                  <a:pt x="0" y="6858000"/>
                </a:lnTo>
                <a:lnTo>
                  <a:pt x="1371600" y="6858000"/>
                </a:lnTo>
                <a:lnTo>
                  <a:pt x="1436306" y="6857251"/>
                </a:lnTo>
                <a:lnTo>
                  <a:pt x="1484350" y="6855714"/>
                </a:lnTo>
                <a:lnTo>
                  <a:pt x="1532178" y="6853364"/>
                </a:lnTo>
                <a:lnTo>
                  <a:pt x="1579791" y="6850202"/>
                </a:lnTo>
                <a:lnTo>
                  <a:pt x="1627174" y="6846240"/>
                </a:lnTo>
                <a:lnTo>
                  <a:pt x="1674317" y="6841464"/>
                </a:lnTo>
                <a:lnTo>
                  <a:pt x="1721231" y="6835915"/>
                </a:lnTo>
                <a:lnTo>
                  <a:pt x="1767890" y="6829565"/>
                </a:lnTo>
                <a:lnTo>
                  <a:pt x="1814296" y="6822453"/>
                </a:lnTo>
                <a:lnTo>
                  <a:pt x="1860448" y="6814553"/>
                </a:lnTo>
                <a:lnTo>
                  <a:pt x="1906320" y="6805892"/>
                </a:lnTo>
                <a:lnTo>
                  <a:pt x="1951939" y="6796481"/>
                </a:lnTo>
                <a:lnTo>
                  <a:pt x="1997252" y="6786321"/>
                </a:lnTo>
                <a:lnTo>
                  <a:pt x="2042299" y="6775412"/>
                </a:lnTo>
                <a:lnTo>
                  <a:pt x="2087041" y="6763766"/>
                </a:lnTo>
                <a:lnTo>
                  <a:pt x="2131479" y="6751383"/>
                </a:lnTo>
                <a:lnTo>
                  <a:pt x="2175611" y="6738290"/>
                </a:lnTo>
                <a:lnTo>
                  <a:pt x="2219439" y="6724472"/>
                </a:lnTo>
                <a:lnTo>
                  <a:pt x="2262936" y="6709943"/>
                </a:lnTo>
                <a:lnTo>
                  <a:pt x="2306104" y="6694716"/>
                </a:lnTo>
                <a:lnTo>
                  <a:pt x="2348941" y="6678790"/>
                </a:lnTo>
                <a:lnTo>
                  <a:pt x="2391435" y="6662179"/>
                </a:lnTo>
                <a:lnTo>
                  <a:pt x="2433574" y="6644881"/>
                </a:lnTo>
                <a:lnTo>
                  <a:pt x="2475369" y="6626911"/>
                </a:lnTo>
                <a:lnTo>
                  <a:pt x="2516797" y="6608267"/>
                </a:lnTo>
                <a:lnTo>
                  <a:pt x="2557856" y="6588963"/>
                </a:lnTo>
                <a:lnTo>
                  <a:pt x="2598534" y="6569011"/>
                </a:lnTo>
                <a:lnTo>
                  <a:pt x="2638831" y="6548399"/>
                </a:lnTo>
                <a:lnTo>
                  <a:pt x="2678747" y="6527152"/>
                </a:lnTo>
                <a:lnTo>
                  <a:pt x="2718270" y="6505283"/>
                </a:lnTo>
                <a:lnTo>
                  <a:pt x="2757373" y="6482766"/>
                </a:lnTo>
                <a:lnTo>
                  <a:pt x="2796082" y="6459639"/>
                </a:lnTo>
                <a:lnTo>
                  <a:pt x="2834373" y="6435903"/>
                </a:lnTo>
                <a:lnTo>
                  <a:pt x="2872232" y="6411544"/>
                </a:lnTo>
                <a:lnTo>
                  <a:pt x="2909671" y="6386601"/>
                </a:lnTo>
                <a:lnTo>
                  <a:pt x="2946666" y="6361049"/>
                </a:lnTo>
                <a:lnTo>
                  <a:pt x="2983230" y="6334925"/>
                </a:lnTo>
                <a:lnTo>
                  <a:pt x="3019336" y="6308217"/>
                </a:lnTo>
                <a:lnTo>
                  <a:pt x="3054985" y="6280937"/>
                </a:lnTo>
                <a:lnTo>
                  <a:pt x="3090164" y="6253086"/>
                </a:lnTo>
                <a:lnTo>
                  <a:pt x="3124885" y="6224676"/>
                </a:lnTo>
                <a:lnTo>
                  <a:pt x="3159125" y="6195720"/>
                </a:lnTo>
                <a:lnTo>
                  <a:pt x="3192881" y="6166205"/>
                </a:lnTo>
                <a:lnTo>
                  <a:pt x="3226143" y="6136170"/>
                </a:lnTo>
                <a:lnTo>
                  <a:pt x="3258909" y="6105588"/>
                </a:lnTo>
                <a:lnTo>
                  <a:pt x="3291179" y="6074486"/>
                </a:lnTo>
                <a:lnTo>
                  <a:pt x="3322929" y="6042863"/>
                </a:lnTo>
                <a:lnTo>
                  <a:pt x="3354171" y="6010732"/>
                </a:lnTo>
                <a:lnTo>
                  <a:pt x="3384880" y="5978106"/>
                </a:lnTo>
                <a:lnTo>
                  <a:pt x="3415055" y="5944971"/>
                </a:lnTo>
                <a:lnTo>
                  <a:pt x="3444710" y="5911342"/>
                </a:lnTo>
                <a:lnTo>
                  <a:pt x="3473805" y="5877242"/>
                </a:lnTo>
                <a:lnTo>
                  <a:pt x="3502355" y="5842660"/>
                </a:lnTo>
                <a:lnTo>
                  <a:pt x="3530333" y="5807595"/>
                </a:lnTo>
                <a:lnTo>
                  <a:pt x="3557765" y="5772086"/>
                </a:lnTo>
                <a:lnTo>
                  <a:pt x="3584613" y="5736107"/>
                </a:lnTo>
                <a:lnTo>
                  <a:pt x="3610889" y="5699684"/>
                </a:lnTo>
                <a:lnTo>
                  <a:pt x="3636581" y="5662815"/>
                </a:lnTo>
                <a:lnTo>
                  <a:pt x="3661676" y="5625516"/>
                </a:lnTo>
                <a:lnTo>
                  <a:pt x="3686175" y="5587784"/>
                </a:lnTo>
                <a:lnTo>
                  <a:pt x="3710076" y="5549620"/>
                </a:lnTo>
                <a:lnTo>
                  <a:pt x="3733355" y="5511050"/>
                </a:lnTo>
                <a:lnTo>
                  <a:pt x="3756012" y="5472074"/>
                </a:lnTo>
                <a:lnTo>
                  <a:pt x="3778059" y="5432691"/>
                </a:lnTo>
                <a:lnTo>
                  <a:pt x="3799459" y="5392915"/>
                </a:lnTo>
                <a:lnTo>
                  <a:pt x="3820223" y="5352758"/>
                </a:lnTo>
                <a:lnTo>
                  <a:pt x="3840340" y="5312207"/>
                </a:lnTo>
                <a:lnTo>
                  <a:pt x="3859809" y="5271287"/>
                </a:lnTo>
                <a:lnTo>
                  <a:pt x="3878618" y="5229999"/>
                </a:lnTo>
                <a:lnTo>
                  <a:pt x="3896766" y="5188356"/>
                </a:lnTo>
                <a:lnTo>
                  <a:pt x="3914229" y="5146357"/>
                </a:lnTo>
                <a:lnTo>
                  <a:pt x="3931018" y="5104003"/>
                </a:lnTo>
                <a:lnTo>
                  <a:pt x="3947122" y="5061318"/>
                </a:lnTo>
                <a:lnTo>
                  <a:pt x="3962527" y="5018290"/>
                </a:lnTo>
                <a:lnTo>
                  <a:pt x="3977246" y="4974945"/>
                </a:lnTo>
                <a:lnTo>
                  <a:pt x="3991241" y="4931270"/>
                </a:lnTo>
                <a:lnTo>
                  <a:pt x="4004538" y="4887290"/>
                </a:lnTo>
                <a:lnTo>
                  <a:pt x="4017099" y="4843005"/>
                </a:lnTo>
                <a:lnTo>
                  <a:pt x="4028948" y="4798415"/>
                </a:lnTo>
                <a:lnTo>
                  <a:pt x="4040060" y="4753534"/>
                </a:lnTo>
                <a:lnTo>
                  <a:pt x="4050423" y="4708372"/>
                </a:lnTo>
                <a:lnTo>
                  <a:pt x="4060037" y="4662932"/>
                </a:lnTo>
                <a:lnTo>
                  <a:pt x="4068915" y="4617212"/>
                </a:lnTo>
                <a:lnTo>
                  <a:pt x="4077017" y="4571225"/>
                </a:lnTo>
                <a:lnTo>
                  <a:pt x="4084358" y="4524984"/>
                </a:lnTo>
                <a:lnTo>
                  <a:pt x="4090924" y="4478502"/>
                </a:lnTo>
                <a:lnTo>
                  <a:pt x="4096702" y="4431766"/>
                </a:lnTo>
                <a:lnTo>
                  <a:pt x="4101693" y="4384789"/>
                </a:lnTo>
                <a:lnTo>
                  <a:pt x="4105897" y="4337583"/>
                </a:lnTo>
                <a:lnTo>
                  <a:pt x="4109301" y="4290161"/>
                </a:lnTo>
                <a:lnTo>
                  <a:pt x="4111891" y="4242511"/>
                </a:lnTo>
                <a:lnTo>
                  <a:pt x="4113669" y="4194657"/>
                </a:lnTo>
                <a:lnTo>
                  <a:pt x="4114622" y="4146600"/>
                </a:lnTo>
                <a:lnTo>
                  <a:pt x="4114749" y="4098340"/>
                </a:lnTo>
                <a:close/>
              </a:path>
              <a:path w="4114800" h="6858000">
                <a:moveTo>
                  <a:pt x="4114800" y="0"/>
                </a:moveTo>
                <a:lnTo>
                  <a:pt x="2743200" y="0"/>
                </a:lnTo>
                <a:lnTo>
                  <a:pt x="1371600" y="0"/>
                </a:lnTo>
                <a:lnTo>
                  <a:pt x="1371600" y="1371600"/>
                </a:lnTo>
                <a:lnTo>
                  <a:pt x="2743200" y="1371600"/>
                </a:lnTo>
                <a:lnTo>
                  <a:pt x="2743200" y="2743200"/>
                </a:lnTo>
                <a:lnTo>
                  <a:pt x="4114800" y="2743200"/>
                </a:lnTo>
                <a:lnTo>
                  <a:pt x="4114800" y="1371600"/>
                </a:lnTo>
                <a:lnTo>
                  <a:pt x="4114800" y="0"/>
                </a:lnTo>
                <a:close/>
              </a:path>
            </a:pathLst>
          </a:custGeom>
          <a:solidFill>
            <a:srgbClr val="565F6F"/>
          </a:solidFill>
        </p:spPr>
        <p:txBody>
          <a:bodyPr wrap="square" lIns="0" tIns="0" rIns="0" bIns="0" rtlCol="0"/>
          <a:lstStyle/>
          <a:p>
            <a:endParaRPr/>
          </a:p>
        </p:txBody>
      </p:sp>
      <p:sp>
        <p:nvSpPr>
          <p:cNvPr id="2" name="Holder 2"/>
          <p:cNvSpPr>
            <a:spLocks noGrp="1"/>
          </p:cNvSpPr>
          <p:nvPr>
            <p:ph type="ctrTitle"/>
          </p:nvPr>
        </p:nvSpPr>
        <p:spPr>
          <a:xfrm>
            <a:off x="383540" y="1599691"/>
            <a:ext cx="3837304" cy="756919"/>
          </a:xfrm>
          <a:prstGeom prst="rect">
            <a:avLst/>
          </a:prstGeom>
        </p:spPr>
        <p:txBody>
          <a:bodyPr wrap="square" lIns="0" tIns="0" rIns="0" bIns="0">
            <a:spAutoFit/>
          </a:bodyPr>
          <a:lstStyle>
            <a:lvl1pPr>
              <a:defRPr sz="2000" b="0" i="0">
                <a:solidFill>
                  <a:srgbClr val="565F6F"/>
                </a:solidFill>
                <a:latin typeface="Calibri"/>
                <a:cs typeface="Calibri"/>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400" b="0" i="0">
                <a:solidFill>
                  <a:srgbClr val="2F3442"/>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1/8/2026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0842376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0" i="0">
                <a:solidFill>
                  <a:srgbClr val="565F6F"/>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2400" b="0" i="0">
                <a:solidFill>
                  <a:srgbClr val="2F3442"/>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1/8/2026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6766879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3407190" y="2443921"/>
            <a:ext cx="1009650" cy="254000"/>
          </a:xfrm>
          <a:prstGeom prst="rect">
            <a:avLst/>
          </a:prstGeom>
        </p:spPr>
      </p:pic>
      <p:pic>
        <p:nvPicPr>
          <p:cNvPr id="17" name="bg object 17"/>
          <p:cNvPicPr/>
          <p:nvPr/>
        </p:nvPicPr>
        <p:blipFill>
          <a:blip r:embed="rId3" cstate="print"/>
          <a:stretch>
            <a:fillRect/>
          </a:stretch>
        </p:blipFill>
        <p:spPr>
          <a:xfrm>
            <a:off x="9296400" y="2431221"/>
            <a:ext cx="831849" cy="254000"/>
          </a:xfrm>
          <a:prstGeom prst="rect">
            <a:avLst/>
          </a:prstGeom>
        </p:spPr>
      </p:pic>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1/8/2026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769608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3407190" y="2443921"/>
            <a:ext cx="1009650" cy="254000"/>
          </a:xfrm>
          <a:prstGeom prst="rect">
            <a:avLst/>
          </a:prstGeom>
        </p:spPr>
      </p:pic>
      <p:pic>
        <p:nvPicPr>
          <p:cNvPr id="17" name="bg object 17"/>
          <p:cNvPicPr/>
          <p:nvPr/>
        </p:nvPicPr>
        <p:blipFill>
          <a:blip r:embed="rId3" cstate="print"/>
          <a:stretch>
            <a:fillRect/>
          </a:stretch>
        </p:blipFill>
        <p:spPr>
          <a:xfrm>
            <a:off x="9296400" y="2431221"/>
            <a:ext cx="831849" cy="254000"/>
          </a:xfrm>
          <a:prstGeom prst="rect">
            <a:avLst/>
          </a:prstGeom>
        </p:spPr>
      </p:pic>
      <p:sp>
        <p:nvSpPr>
          <p:cNvPr id="2" name="Holder 2"/>
          <p:cNvSpPr>
            <a:spLocks noGrp="1"/>
          </p:cNvSpPr>
          <p:nvPr>
            <p:ph type="title"/>
          </p:nvPr>
        </p:nvSpPr>
        <p:spPr/>
        <p:txBody>
          <a:bodyPr lIns="0" tIns="0" rIns="0" bIns="0"/>
          <a:lstStyle>
            <a:lvl1pPr>
              <a:defRPr sz="2000" b="0" i="0">
                <a:solidFill>
                  <a:srgbClr val="565F6F"/>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1/8/2026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7732458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0" i="0">
                <a:solidFill>
                  <a:srgbClr val="565F6F"/>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1/8/2026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418866446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9"/>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600">
                <a:solidFill>
                  <a:schemeClr val="tx1">
                    <a:tint val="75000"/>
                  </a:schemeClr>
                </a:solidFill>
              </a:defRPr>
            </a:lvl1pPr>
          </a:lstStyle>
          <a:p>
            <a:fld id="{E05189BA-01D0-0648-AF2A-6B4CD6B57EC9}" type="datetimeFigureOut">
              <a:rPr lang="en-US" smtClean="0"/>
              <a:t>1/8/2026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600">
                <a:solidFill>
                  <a:schemeClr val="tx1">
                    <a:tint val="75000"/>
                  </a:schemeClr>
                </a:solidFill>
              </a:defRPr>
            </a:lvl1pPr>
          </a:lstStyle>
          <a:p>
            <a:fld id="{3E1F0FCF-E24C-CA41-A373-9E4EFBCD4E25}" type="slidenum">
              <a:rPr lang="en-US" smtClean="0"/>
              <a:t>‹#›</a:t>
            </a:fld>
            <a:endParaRPr lang="en-US"/>
          </a:p>
        </p:txBody>
      </p:sp>
    </p:spTree>
    <p:extLst>
      <p:ext uri="{BB962C8B-B14F-4D97-AF65-F5344CB8AC3E}">
        <p14:creationId xmlns:p14="http://schemas.microsoft.com/office/powerpoint/2010/main" val="713788537"/>
      </p:ext>
    </p:extLst>
  </p:cSld>
  <p:clrMap bg1="lt1" tx1="dk1" bg2="lt2" tx2="dk2" accent1="accent1" accent2="accent2" accent3="accent3" accent4="accent4" accent5="accent5" accent6="accent6" hlink="hlink" folHlink="folHlink"/>
  <p:sldLayoutIdLst>
    <p:sldLayoutId id="2147483653" r:id="rId1"/>
    <p:sldLayoutId id="2147483654" r:id="rId2"/>
    <p:sldLayoutId id="2147483655" r:id="rId3"/>
    <p:sldLayoutId id="2147483656" r:id="rId4"/>
    <p:sldLayoutId id="2147483657" r:id="rId5"/>
    <p:sldLayoutId id="2147483652" r:id="rId6"/>
    <p:sldLayoutId id="2147483659" r:id="rId7"/>
    <p:sldLayoutId id="2147483660" r:id="rId8"/>
    <p:sldLayoutId id="2147483658" r:id="rId9"/>
    <p:sldLayoutId id="2147483661" r:id="rId10"/>
    <p:sldLayoutId id="2147483662" r:id="rId11"/>
    <p:sldLayoutId id="2147483663" r:id="rId12"/>
    <p:sldLayoutId id="2147483664" r:id="rId13"/>
    <p:sldLayoutId id="2147483665" r:id="rId14"/>
  </p:sldLayoutIdLst>
  <p:txStyles>
    <p:titleStyle>
      <a:lvl1pPr algn="ctr" defTabSz="609585" rtl="0" eaLnBrk="1" latinLnBrk="0" hangingPunct="1">
        <a:spcBef>
          <a:spcPct val="0"/>
        </a:spcBef>
        <a:buNone/>
        <a:defRPr sz="5867" kern="1200">
          <a:solidFill>
            <a:schemeClr val="tx1"/>
          </a:solidFill>
          <a:latin typeface="+mj-lt"/>
          <a:ea typeface="+mj-ea"/>
          <a:cs typeface="+mj-cs"/>
        </a:defRPr>
      </a:lvl1pPr>
    </p:titleStyle>
    <p:bodyStyle>
      <a:lvl1pPr marL="457189" indent="-457189" algn="l" defTabSz="609585" rtl="0" eaLnBrk="1" latinLnBrk="0" hangingPunct="1">
        <a:spcBef>
          <a:spcPct val="20000"/>
        </a:spcBef>
        <a:buFont typeface="Arial"/>
        <a:buChar char="•"/>
        <a:defRPr sz="4267" kern="1200">
          <a:solidFill>
            <a:schemeClr val="tx1"/>
          </a:solidFill>
          <a:latin typeface="+mn-lt"/>
          <a:ea typeface="+mn-ea"/>
          <a:cs typeface="+mn-cs"/>
        </a:defRPr>
      </a:lvl1pPr>
      <a:lvl2pPr marL="990575" indent="-380990" algn="l" defTabSz="609585" rtl="0" eaLnBrk="1" latinLnBrk="0" hangingPunct="1">
        <a:spcBef>
          <a:spcPct val="20000"/>
        </a:spcBef>
        <a:buFont typeface="Arial"/>
        <a:buChar char="–"/>
        <a:defRPr sz="3733" kern="1200">
          <a:solidFill>
            <a:schemeClr val="tx1"/>
          </a:solidFill>
          <a:latin typeface="+mn-lt"/>
          <a:ea typeface="+mn-ea"/>
          <a:cs typeface="+mn-cs"/>
        </a:defRPr>
      </a:lvl2pPr>
      <a:lvl3pPr marL="1523962" indent="-304792" algn="l" defTabSz="609585" rtl="0" eaLnBrk="1" latinLnBrk="0" hangingPunct="1">
        <a:spcBef>
          <a:spcPct val="20000"/>
        </a:spcBef>
        <a:buFont typeface="Arial"/>
        <a:buChar char="•"/>
        <a:defRPr sz="3200" kern="1200">
          <a:solidFill>
            <a:schemeClr val="tx1"/>
          </a:solidFill>
          <a:latin typeface="+mn-lt"/>
          <a:ea typeface="+mn-ea"/>
          <a:cs typeface="+mn-cs"/>
        </a:defRPr>
      </a:lvl3pPr>
      <a:lvl4pPr marL="2133547" indent="-304792" algn="l" defTabSz="609585" rtl="0" eaLnBrk="1" latinLnBrk="0" hangingPunct="1">
        <a:spcBef>
          <a:spcPct val="20000"/>
        </a:spcBef>
        <a:buFont typeface="Arial"/>
        <a:buChar char="–"/>
        <a:defRPr sz="2667" kern="1200">
          <a:solidFill>
            <a:schemeClr val="tx1"/>
          </a:solidFill>
          <a:latin typeface="+mn-lt"/>
          <a:ea typeface="+mn-ea"/>
          <a:cs typeface="+mn-cs"/>
        </a:defRPr>
      </a:lvl4pPr>
      <a:lvl5pPr marL="2743131" indent="-304792" algn="l" defTabSz="609585" rtl="0" eaLnBrk="1" latinLnBrk="0" hangingPunct="1">
        <a:spcBef>
          <a:spcPct val="20000"/>
        </a:spcBef>
        <a:buFont typeface="Arial"/>
        <a:buChar char="»"/>
        <a:defRPr sz="2667" kern="1200">
          <a:solidFill>
            <a:schemeClr val="tx1"/>
          </a:solidFill>
          <a:latin typeface="+mn-lt"/>
          <a:ea typeface="+mn-ea"/>
          <a:cs typeface="+mn-cs"/>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a:solidFill>
                  <a:srgbClr val="000000"/>
                </a:solidFill>
              </a:rPr>
              <a:t>Understanding Logistic Regression</a:t>
            </a:r>
          </a:p>
        </p:txBody>
      </p:sp>
      <p:sp>
        <p:nvSpPr>
          <p:cNvPr id="3" name="Subtitle 2"/>
          <p:cNvSpPr>
            <a:spLocks noGrp="1"/>
          </p:cNvSpPr>
          <p:nvPr>
            <p:ph type="subTitle" idx="1"/>
          </p:nvPr>
        </p:nvSpPr>
        <p:spPr/>
        <p:txBody>
          <a:bodyPr/>
          <a:lstStyle/>
          <a:p>
            <a:r>
              <a:rPr>
                <a:solidFill>
                  <a:srgbClr val="000000"/>
                </a:solidFill>
              </a:rPr>
              <a:t>A Comprehensive Guide to Logistic Regression in Machine Learning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00000"/>
                </a:solidFill>
              </a:rPr>
              <a:t>Introduction to Logistic Regression</a:t>
            </a:r>
          </a:p>
        </p:txBody>
      </p:sp>
      <p:sp>
        <p:nvSpPr>
          <p:cNvPr id="3" name="Content Placeholder 2"/>
          <p:cNvSpPr>
            <a:spLocks noGrp="1"/>
          </p:cNvSpPr>
          <p:nvPr>
            <p:ph idx="11" sz="quarter"/>
          </p:nvPr>
        </p:nvSpPr>
        <p:spPr/>
        <p:txBody>
          <a:bodyPr/>
          <a:lstStyle/>
          <a:p>
            <a:r>
              <a:rPr>
                <a:solidFill>
                  <a:srgbClr val="000000"/>
                </a:solidFill>
              </a:rPr>
              <a:t>Logistic regression is a statistical method for analyzing datasets in which there are one or more independent variables that determine an outcome. The outcome is measured with a dichotomous variable (in which there are only two possible outcomes).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00000"/>
                </a:solidFill>
              </a:rPr>
              <a:t>Mathematical Foundation</a:t>
            </a:r>
          </a:p>
        </p:txBody>
      </p:sp>
      <p:sp>
        <p:nvSpPr>
          <p:cNvPr id="3" name="Content Placeholder 2"/>
          <p:cNvSpPr>
            <a:spLocks noGrp="1"/>
          </p:cNvSpPr>
          <p:nvPr>
            <p:ph idx="12" sz="quarter"/>
          </p:nvPr>
        </p:nvSpPr>
        <p:spPr/>
        <p:txBody>
          <a:bodyPr/>
          <a:lstStyle/>
          <a:p>
            <a:r>
              <a:rPr>
                <a:solidFill>
                  <a:srgbClr val="000000"/>
                </a:solidFill>
              </a:rPr>
              <a:t>Logistic regression uses the logistic function to model a binary dependent variable. The formula used in logistic regression is a transformation of the linear regression equation.</a:t>
            </a:r>
          </a:p>
        </p:txBody>
      </p:sp>
      <p:pic>
        <p:nvPicPr>
          <p:cNvPr id="4" name="Picture 3" descr="formula_2.png"/>
          <p:cNvPicPr>
            <a:picLocks noChangeAspect="1"/>
          </p:cNvPicPr>
          <p:nvPr/>
        </p:nvPicPr>
        <p:blipFill>
          <a:blip r:embed="rId2"/>
          <a:stretch>
            <a:fillRect/>
          </a:stretch>
        </p:blipFill>
        <p:spPr>
          <a:xfrm>
            <a:off x="6289002" y="1632944"/>
            <a:ext cx="5076253" cy="38862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00000"/>
                </a:solidFill>
              </a:rPr>
              <a:t>Applications of Logistic Regression</a:t>
            </a:r>
          </a:p>
        </p:txBody>
      </p:sp>
      <p:sp>
        <p:nvSpPr>
          <p:cNvPr id="3" name="Content Placeholder 2"/>
          <p:cNvSpPr>
            <a:spLocks noGrp="1"/>
          </p:cNvSpPr>
          <p:nvPr>
            <p:ph idx="11" sz="quarter"/>
          </p:nvPr>
        </p:nvSpPr>
        <p:spPr/>
        <p:txBody>
          <a:bodyPr/>
          <a:lstStyle/>
          <a:p>
            <a:r>
              <a:rPr>
                <a:solidFill>
                  <a:srgbClr val="000000"/>
                </a:solidFill>
              </a:rPr>
              <a:t>Logistic regression can be used for various applications such as credit scoring, disease diagnosis, and marketing response prediction. Its ability to classify data into distinct categories makes it an invaluable tool for binary classification problems.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00000"/>
                </a:solidFill>
              </a:rPr>
              <a:t>Example: Sentiment Analysis</a:t>
            </a:r>
          </a:p>
        </p:txBody>
      </p:sp>
      <p:sp>
        <p:nvSpPr>
          <p:cNvPr id="3" name="Content Placeholder 2"/>
          <p:cNvSpPr>
            <a:spLocks noGrp="1"/>
          </p:cNvSpPr>
          <p:nvPr>
            <p:ph idx="12" sz="quarter"/>
          </p:nvPr>
        </p:nvSpPr>
        <p:spPr/>
        <p:txBody>
          <a:bodyPr/>
          <a:lstStyle/>
          <a:p>
            <a:r>
              <a:rPr>
                <a:solidFill>
                  <a:srgbClr val="000000"/>
                </a:solidFill>
              </a:rPr>
              <a:t>In sentiment analysis, logistic regression can be used to classify text as positive or negative. The model learns from labeled data and predicts the sentiment of new, unseen text.</a:t>
            </a:r>
          </a:p>
        </p:txBody>
      </p:sp>
      <p:pic>
        <p:nvPicPr>
          <p:cNvPr id="4" name="Picture 3" descr="code_4.png"/>
          <p:cNvPicPr>
            <a:picLocks noChangeAspect="1"/>
          </p:cNvPicPr>
          <p:nvPr/>
        </p:nvPicPr>
        <p:blipFill>
          <a:blip r:embed="rId2"/>
          <a:stretch>
            <a:fillRect/>
          </a:stretch>
        </p:blipFill>
        <p:spPr>
          <a:xfrm>
            <a:off x="6289002" y="1632944"/>
            <a:ext cx="5076253" cy="38862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00000"/>
                </a:solidFill>
              </a:rPr>
              <a:t>Visualizing Data</a:t>
            </a:r>
          </a:p>
        </p:txBody>
      </p:sp>
      <p:sp>
        <p:nvSpPr>
          <p:cNvPr id="3" name="Content Placeholder 2"/>
          <p:cNvSpPr>
            <a:spLocks noGrp="1"/>
          </p:cNvSpPr>
          <p:nvPr>
            <p:ph idx="12" sz="quarter"/>
          </p:nvPr>
        </p:nvSpPr>
        <p:spPr/>
        <p:txBody>
          <a:bodyPr/>
          <a:lstStyle/>
          <a:p>
            <a:r>
              <a:rPr>
                <a:solidFill>
                  <a:srgbClr val="000000"/>
                </a:solidFill>
              </a:rPr>
              <a:t>Visual representation of logistic regression can help in understanding the decision boundary that separates different classes. Here is an example of a bar chart comparing different class predictions.</a:t>
            </a:r>
          </a:p>
        </p:txBody>
      </p:sp>
      <p:pic>
        <p:nvPicPr>
          <p:cNvPr id="4" name="Picture 3" descr="chart_5.png"/>
          <p:cNvPicPr>
            <a:picLocks noChangeAspect="1"/>
          </p:cNvPicPr>
          <p:nvPr/>
        </p:nvPicPr>
        <p:blipFill>
          <a:blip r:embed="rId2"/>
          <a:stretch>
            <a:fillRect/>
          </a:stretch>
        </p:blipFill>
        <p:spPr>
          <a:xfrm>
            <a:off x="6289002" y="1632944"/>
            <a:ext cx="5076253" cy="38862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000000"/>
                </a:solidFill>
              </a:rPr>
              <a:t>Conclusion and Key Takeaways</a:t>
            </a:r>
          </a:p>
        </p:txBody>
      </p:sp>
      <p:sp>
        <p:nvSpPr>
          <p:cNvPr id="3" name="Content Placeholder 2"/>
          <p:cNvSpPr>
            <a:spLocks noGrp="1"/>
          </p:cNvSpPr>
          <p:nvPr>
            <p:ph idx="11" sz="quarter"/>
          </p:nvPr>
        </p:nvSpPr>
        <p:spPr/>
        <p:txBody>
          <a:bodyPr/>
          <a:lstStyle/>
          <a:p>
            <a:r>
              <a:rPr>
                <a:solidFill>
                  <a:srgbClr val="000000"/>
                </a:solidFill>
              </a:rPr>
              <a:t>Logistic regression is a powerful tool for binary classification tasks. It is important to understand its mathematical foundation and applications to effectively utilize this technique in real-world scenarios.</a:t>
            </a:r>
          </a:p>
        </p:txBody>
      </p:sp>
    </p:spTree>
  </p:cSld>
  <p:clrMapOvr>
    <a:masterClrMapping/>
  </p:clrMapOvr>
</p:sld>
</file>

<file path=ppt/theme/theme1.xml><?xml version="1.0" encoding="utf-8"?>
<a:theme xmlns:a="http://schemas.openxmlformats.org/drawingml/2006/main" name="Office Theme">
  <a:themeElements>
    <a:clrScheme name="Durham University">
      <a:dk1>
        <a:srgbClr val="002A41"/>
      </a:dk1>
      <a:lt1>
        <a:sysClr val="window" lastClr="FFFFFF"/>
      </a:lt1>
      <a:dk2>
        <a:srgbClr val="54145A"/>
      </a:dk2>
      <a:lt2>
        <a:srgbClr val="CBA8B1"/>
      </a:lt2>
      <a:accent1>
        <a:srgbClr val="00AEEF"/>
      </a:accent1>
      <a:accent2>
        <a:srgbClr val="A5C8D0"/>
      </a:accent2>
      <a:accent3>
        <a:srgbClr val="AFA961"/>
      </a:accent3>
      <a:accent4>
        <a:srgbClr val="B3BDB1"/>
      </a:accent4>
      <a:accent5>
        <a:srgbClr val="FFD53A"/>
      </a:accent5>
      <a:accent6>
        <a:srgbClr val="DACDA2"/>
      </a:accent6>
      <a:hlink>
        <a:srgbClr val="BE1E2D"/>
      </a:hlink>
      <a:folHlink>
        <a:srgbClr val="B6AAA7"/>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Durham University_powerpoint 29.08.19 FINAL.potx" id="{15F0B36B-451E-467F-AC1D-6B634029385F}" vid="{75B5DF01-1AD8-4B24-959A-92377C0E24AC}"/>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6e6f4c5e-d68b-487b-9c02-caf7e61d6b66">
      <Terms xmlns="http://schemas.microsoft.com/office/infopath/2007/PartnerControls"/>
    </lcf76f155ced4ddcb4097134ff3c332f>
    <TaxCatchAll xmlns="3bf6d2de-cfb7-466c-825b-051a8e3c8b7d" xsi:nil="true"/>
    <SharedWithUsers xmlns="a0bf372a-9d90-4a81-85ce-8e7bbe717490">
      <UserInfo>
        <DisplayName>PRZYBORSKI, STEFAN A.</DisplayName>
        <AccountId>131</AccountId>
        <AccountType/>
      </UserInfo>
      <UserInfo>
        <DisplayName>ROBINSON, MATTHEW</DisplayName>
        <AccountId>50</AccountId>
        <AccountType/>
      </UserInfo>
      <UserInfo>
        <DisplayName>WEBSTER, PAULA</DisplayName>
        <AccountId>65</AccountId>
        <AccountType/>
      </UserInfo>
      <UserInfo>
        <DisplayName>MCDONALD, CLAIRE</DisplayName>
        <AccountId>16</AccountId>
        <AccountType/>
      </UserInfo>
    </SharedWithUser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67F80A658ED444C8098A6C8835B3712" ma:contentTypeVersion="16" ma:contentTypeDescription="Create a new document." ma:contentTypeScope="" ma:versionID="5d2edc2167da6d1bb792dea4684e7ecf">
  <xsd:schema xmlns:xsd="http://www.w3.org/2001/XMLSchema" xmlns:xs="http://www.w3.org/2001/XMLSchema" xmlns:p="http://schemas.microsoft.com/office/2006/metadata/properties" xmlns:ns2="6e6f4c5e-d68b-487b-9c02-caf7e61d6b66" xmlns:ns3="a0bf372a-9d90-4a81-85ce-8e7bbe717490" xmlns:ns4="3bf6d2de-cfb7-466c-825b-051a8e3c8b7d" targetNamespace="http://schemas.microsoft.com/office/2006/metadata/properties" ma:root="true" ma:fieldsID="b1a976468ab75df09cdefb8882f83837" ns2:_="" ns3:_="" ns4:_="">
    <xsd:import namespace="6e6f4c5e-d68b-487b-9c02-caf7e61d6b66"/>
    <xsd:import namespace="a0bf372a-9d90-4a81-85ce-8e7bbe717490"/>
    <xsd:import namespace="3bf6d2de-cfb7-466c-825b-051a8e3c8b7d"/>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DateTaken" minOccurs="0"/>
                <xsd:element ref="ns2:MediaServiceLocation" minOccurs="0"/>
                <xsd:element ref="ns2:lcf76f155ced4ddcb4097134ff3c332f" minOccurs="0"/>
                <xsd:element ref="ns4:TaxCatchAll"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e6f4c5e-d68b-487b-9c02-caf7e61d6b6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ServiceLocation" ma:index="19" nillable="true" ma:displayName="Location" ma:internalName="MediaServiceLocation"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d651d785-cc9b-461e-a4c9-c589c330ffeb" ma:termSetId="09814cd3-568e-fe90-9814-8d621ff8fb84" ma:anchorId="fba54fb3-c3e1-fe81-a776-ca4b69148c4d" ma:open="true" ma:isKeyword="false">
      <xsd:complexType>
        <xsd:sequence>
          <xsd:element ref="pc:Terms" minOccurs="0" maxOccurs="1"/>
        </xsd:sequence>
      </xsd:complexType>
    </xsd:element>
    <xsd:element name="MediaLengthInSeconds" ma:index="23"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a0bf372a-9d90-4a81-85ce-8e7bbe717490"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3bf6d2de-cfb7-466c-825b-051a8e3c8b7d" elementFormDefault="qualified">
    <xsd:import namespace="http://schemas.microsoft.com/office/2006/documentManagement/types"/>
    <xsd:import namespace="http://schemas.microsoft.com/office/infopath/2007/PartnerControls"/>
    <xsd:element name="TaxCatchAll" ma:index="22" nillable="true" ma:displayName="Taxonomy Catch All Column" ma:hidden="true" ma:list="{cf60340b-b3ab-4429-ad0e-954f6226807c}" ma:internalName="TaxCatchAll" ma:showField="CatchAllData" ma:web="a0bf372a-9d90-4a81-85ce-8e7bbe71749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824A268-B20B-44AC-8616-436FFCA704C5}">
  <ds:schemaRefs>
    <ds:schemaRef ds:uri="3bf6d2de-cfb7-466c-825b-051a8e3c8b7d"/>
    <ds:schemaRef ds:uri="6e6f4c5e-d68b-487b-9c02-caf7e61d6b66"/>
    <ds:schemaRef ds:uri="http://schemas.microsoft.com/office/2006/metadata/properties"/>
    <ds:schemaRef ds:uri="http://schemas.microsoft.com/office/infopath/2007/PartnerControls"/>
    <ds:schemaRef ds:uri="a0bf372a-9d90-4a81-85ce-8e7bbe717490"/>
  </ds:schemaRefs>
</ds:datastoreItem>
</file>

<file path=customXml/itemProps2.xml><?xml version="1.0" encoding="utf-8"?>
<ds:datastoreItem xmlns:ds="http://schemas.openxmlformats.org/officeDocument/2006/customXml" ds:itemID="{1DE96671-C665-44F0-AC6D-2E9A17D50BEA}">
  <ds:schemaRefs>
    <ds:schemaRef ds:uri="http://schemas.microsoft.com/sharepoint/v3/contenttype/forms"/>
  </ds:schemaRefs>
</ds:datastoreItem>
</file>

<file path=customXml/itemProps3.xml><?xml version="1.0" encoding="utf-8"?>
<ds:datastoreItem xmlns:ds="http://schemas.openxmlformats.org/officeDocument/2006/customXml" ds:itemID="{E4D16294-DC56-4215-A5F8-1F17988B5EFC}">
  <ds:schemaRefs>
    <ds:schemaRef ds:uri="3bf6d2de-cfb7-466c-825b-051a8e3c8b7d"/>
    <ds:schemaRef ds:uri="6e6f4c5e-d68b-487b-9c02-caf7e61d6b66"/>
    <ds:schemaRef ds:uri="a0bf372a-9d90-4a81-85ce-8e7bbe71749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office theme</Template>
  <TotalTime>776</TotalTime>
  <Words>143</Words>
  <Application>Microsoft Office PowerPoint</Application>
  <PresentationFormat>Widescreen</PresentationFormat>
  <Paragraphs>39</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Lucida Grande</vt:lpstr>
      <vt:lpstr>Arial</vt:lpstr>
      <vt:lpstr>Calibri</vt:lpstr>
      <vt:lpstr>Wingdings</vt:lpstr>
      <vt:lpstr>Office Theme</vt:lpstr>
      <vt:lpstr>  Main Topic    subtopic         </vt:lpstr>
      <vt:lpstr>Overview</vt:lpstr>
      <vt:lpstr>Part 1</vt:lpstr>
      <vt:lpstr>Part 2</vt:lpstr>
      <vt:lpstr>Part n</vt:lpstr>
      <vt:lpstr>Ending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MCDONALD, CLAIRE</dc:creator>
  <cp:lastModifiedBy>PANG, CARLOS S. (Student)</cp:lastModifiedBy>
  <cp:revision>126</cp:revision>
  <dcterms:created xsi:type="dcterms:W3CDTF">2022-08-10T15:52:35Z</dcterms:created>
  <dcterms:modified xsi:type="dcterms:W3CDTF">2026-01-08T06:41:32Z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0x010100767F80A658ED444C8098A6C8835B3712</vt:lpwstr>
  </property>
  <property fmtid="{D5CDD505-2E9C-101B-9397-08002B2CF9AE}" pid="3" name="MediaServiceImageTags">
    <vt:lpwstr/>
  </property>
</Properties>
</file>
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Gradient Descent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An introduction to the algorithm driving machine learning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is Gradient Descent?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Gradient Descent is an optimization algorithm used to minimize a function by iteratively moving towards the steepest descent as defined by the negative of the gradient. It's a core algorithm behind training models in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Mathematical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Gradient Descent involves updating parameters by taking steps proportional to the negative of the gradient of the function at the current point.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Types of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1. **Batch Gradient Descent**: Uses all training instances for each update.</a:t>
            </a:r>
            <a:br/>
            <a:r>
              <a:rPr>
                <a:solidFill>
                  <a:srgbClr val="000000"/>
                </a:solidFill>
              </a:rPr>
              <a:t>2. **Stochastic Gradient Descent (SGD)**: Uses one training instance per update, selected randomly.</a:t>
            </a:r>
            <a:br/>
            <a:r>
              <a:rPr>
                <a:solidFill>
                  <a:srgbClr val="000000"/>
                </a:solidFill>
              </a:rPr>
              <a:t>3. **Mini-batch Gradient Descent**: Uses a small batch of training instances per update.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Learning Rate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learning rate determines the size of the steps taken towards the minimum. A small learning rate may lead to a long convergence time, while a large one might overshoot the minimum.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Gradient Descent is widely used in training machine learning models, particularly in neural networks, where it helps to optimize the weights for better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Gradient Descent is a fundamental algorithm for optimization in machine learning. Understanding its types, the role of learning rate, and its applications can significantly enhance the efficiency of model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
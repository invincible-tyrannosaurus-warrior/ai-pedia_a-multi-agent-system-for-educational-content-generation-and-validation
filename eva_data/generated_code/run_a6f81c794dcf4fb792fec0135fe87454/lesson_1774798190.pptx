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Overfitting and Regularization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Balancing Model Complexity and Generalization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Overfitting occurs when a machine learning model learns the training data too well, capturing noise and exceptions. This results in poor performance on new, unseen data as the model fails to generalize.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Identifying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clear sign of overfitting is when a model performs exceptionally well on training data but poorly on validation or test data. This indicates the model has memorized rather than learned.</a:t>
            </a:r>
          </a:p>
        </p:txBody>
      </p:sp>
      <p:pic>
        <p:nvPicPr>
          <p:cNvPr id="4" name="Picture 3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Regularization is a technique used to prevent overfitting by adding a penalty to the model's complexity. This encourages simpler models that generalize better to new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L2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Also known as Ridge Regression, L2 Regularization adds a penalty equal to the square of the magnitude of coefficients. This discourages overly complex models.</a:t>
            </a:r>
          </a:p>
        </p:txBody>
      </p:sp>
      <p:pic>
        <p:nvPicPr>
          <p:cNvPr id="4" name="Picture 3" descr="formul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L1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L1 Regularization, or Lasso Regression, adds a penalty equal to the absolute value of the coefficients. It can lead to sparse models with some coefficients exactly zero.</a:t>
            </a:r>
          </a:p>
        </p:txBody>
      </p:sp>
      <p:pic>
        <p:nvPicPr>
          <p:cNvPr id="4" name="Picture 3" descr="formul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and addressing overfitting is crucial for developing robust machine learning models. Regularization techniques like L1 and L2 help balance model complexity and generalization.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
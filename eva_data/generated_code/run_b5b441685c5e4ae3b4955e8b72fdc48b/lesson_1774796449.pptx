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K-Nearest Neighbors (KNN)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 Comprehensive Guide to KNN in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Introduction to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KNN is a non-parametric, instance-based learning algorithm used for classification and regression. It assumes that similar instances have similar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How KNN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KNN predicts the output for a new data point by considering the 'k' closest data points from the training data. It uses distance metrics like Euclidean distance to identify these neighbors.</a:t>
            </a:r>
          </a:p>
        </p:txBody>
      </p:sp>
      <p:pic>
        <p:nvPicPr>
          <p:cNvPr id="4" name="Picture 3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Parametric vs Non-Parametric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Unlike parametric models, KNN does not assume any underlying data distribution, making it flexible but computationally expensive as it grows with the dataset size.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KNN Algorithm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1. Choose the number of neighbors 'k'.</a:t>
            </a:r>
            <a:br/>
            <a:r>
              <a:rPr>
                <a:solidFill>
                  <a:srgbClr val="000000"/>
                </a:solidFill>
              </a:rPr>
              <a:t>2. Calculate the distance between the new instance and all training samples.</a:t>
            </a:r>
            <a:br/>
            <a:r>
              <a:rPr>
                <a:solidFill>
                  <a:srgbClr val="000000"/>
                </a:solidFill>
              </a:rPr>
              <a:t>3. Sort the distances and select the 'k' nearest neighbors.</a:t>
            </a:r>
            <a:br/>
            <a:r>
              <a:rPr>
                <a:solidFill>
                  <a:srgbClr val="000000"/>
                </a:solidFill>
              </a:rPr>
              <a:t>4. For classification, use a majority vote; for regression, calculate the mean.</a:t>
            </a:r>
          </a:p>
        </p:txBody>
      </p:sp>
      <p:pic>
        <p:nvPicPr>
          <p:cNvPr id="4" name="Picture 3" descr="co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 and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Advantages: Simple and effective for small datasets, no training phase. Disadvantages: Computationally expensive for large datasets, sensitive to irrelevant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Applications of KNN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KNN is widely used in recommendation systems, image recognition, and anomaly detection due to its simplicity and effectiveness in high-dimensional spaces.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
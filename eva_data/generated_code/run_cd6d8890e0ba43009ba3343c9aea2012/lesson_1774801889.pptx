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Q-Learning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Deep Dive into Reinforcement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Q-Learning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Q-Learning is a model-free reinforcement learning algorithm used to find the optimal action-selection policy for a given finite Markov decision process. It is an off-policy learner that aims to learn the quality of actions, denoted as Q-values.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Q-Learning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Q-Learning algorithm updates the Q-values using the Bellman equation. This involves adjusting the Q-value for a state-action pair based on the reward received and the maximum expected future rewards.</a:t>
            </a:r>
          </a:p>
        </p:txBody>
      </p:sp>
      <p:pic>
        <p:nvPicPr>
          <p:cNvPr id="4" name="Picture 3" descr="formul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Exploration vs. 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central challenge in Q-Learning is balancing exploration (trying new actions) and exploitation (choosing actions with known high rewards). Various strategies like epsilon-greedy are used to achieve this 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Example: Grid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Consider a simple grid world where an agent must navigate to a goal. Q-Learning helps the agent learn optimal paths by updating Q-values based on rewards received upon reaching the goal.</a:t>
            </a:r>
          </a:p>
        </p:txBody>
      </p:sp>
      <p:pic>
        <p:nvPicPr>
          <p:cNvPr id="4" name="Picture 3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Advantages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Q-Learning is simple and effective for small state spaces but can be computationally expensive for larger problems. It also requires careful tuning of parameters like learning rate and discount factor.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Q-Learning is a foundational algorithm in reinforcement learning, offering a flexible approach to learning optimal policies. Its concepts are essential for understanding more advanced topics in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
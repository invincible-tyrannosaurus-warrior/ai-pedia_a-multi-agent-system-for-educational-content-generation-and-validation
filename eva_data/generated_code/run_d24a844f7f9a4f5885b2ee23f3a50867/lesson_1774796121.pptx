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Support Vector Machines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Comprehensive Guide to SVM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Support Vector Machines (SVM) are supervised learning models used for classification and regression analysis. They work by finding the hyperplane that best divides a dataset into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Hyperplane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hyperplane is a decision boundary that separates different classes in the data. The goal of SVM is to find the hyperplane with the maximum margin between the classes.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Kernel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SVM can efficiently perform a nonlinear classification using the kernel trick, implicitly mapping their inputs into high-dimensional feature 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Types of Kernels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Common kernel functions include linear, polynomial, and Gaussian radial basis function (RBF). Each kernel transforms the data in different ways to find the optimal hyperplane.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Here's a basic example of how to implement an SVM in Python using Scikit-Learn.</a:t>
            </a:r>
          </a:p>
        </p:txBody>
      </p:sp>
      <p:pic>
        <p:nvPicPr>
          <p:cNvPr id="4" name="Picture 3" descr="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SVM is a powerful tool for classification and regression. It is particularly effective in high-dimensional spaces and versatile due to the use of kernel functions.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
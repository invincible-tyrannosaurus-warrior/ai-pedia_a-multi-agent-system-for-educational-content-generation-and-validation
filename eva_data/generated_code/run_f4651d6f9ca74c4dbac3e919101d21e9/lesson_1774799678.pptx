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RNNs and LSTMs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Deep Dive into Recurrent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Recurrent Neural Networks (RNNs) are a class of neural networks designed to recognize patterns in sequences of data such as text, genomes, handwriting, or the spoken word. Unlike traditional neural networks, RNNs have a memory which allows them to maintain information about previous inputs in the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Challenges with Standard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Standard RNNs struggle with long-term dependencies due to the vanishing gradient problem. This limitation prevents them from effectively learning long-range dependencies in the data sequences.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LSTM: Solution to Long-Term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Long Short-Term Memory (LSTM) networks are a type of RNN that can learn long-term dependencies. They are explicitly designed to avoid the long-term dependency problem.</a:t>
            </a:r>
          </a:p>
        </p:txBody>
      </p:sp>
      <p:pic>
        <p:nvPicPr>
          <p:cNvPr id="4" name="Picture 3" descr="formul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Components of 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LSTMs use a gating mechanism to regulate the flow of information. The key components include the input gate, forget gate, and output gate.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RNNs and LSTMs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and LSTMs are widely used in various applications such as language modeling, machine translation, speech recognition, and time-series prediction. Their ability to handle sequential data makes them indispensable for tasks involving temporal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and LSTMs provide powerful tools for modeling sequential data. While RNNs are useful for short sequences, LSTMs excel at handling long-term dependencies, making them vital for complex applications in AI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
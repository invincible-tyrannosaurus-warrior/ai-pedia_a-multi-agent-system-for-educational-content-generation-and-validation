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Convolutional Neural Networks (CNNs)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Introduction to CNNs in 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are CNNs?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Neural Networks (CNNs) are a class of deep learning algorithms primarily used for analyzing visual imagery. They are designed to automatically and adaptively learn spatial hierarchies of features from input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typical CNN is composed of multiple layers, including convolutional layers, pooling layers, and fully connected layers. Each layer transforms the input data, allowing the network to learn complex representations.</a:t>
            </a:r>
          </a:p>
        </p:txBody>
      </p:sp>
      <p:pic>
        <p:nvPicPr>
          <p:cNvPr id="4" name="Picture 3" descr="formu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Key Components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Convolutional layers apply filters to input data, pooling layers reduce dimensionality, and fully connected layers output the final prediction.</a:t>
            </a:r>
          </a:p>
        </p:txBody>
      </p:sp>
      <p:pic>
        <p:nvPicPr>
          <p:cNvPr id="4" name="Picture 3" descr="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widely used in image and video recognition, recommender systems, image classification, medical image analysis, and natural language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Example: Image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are highly effective in classifying images by learning patterns and features at different levels of abstraction.</a:t>
            </a:r>
          </a:p>
        </p:txBody>
      </p:sp>
      <p:pic>
        <p:nvPicPr>
          <p:cNvPr id="4" name="Picture 3" descr="co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CNNs have transformed the field of computer vision with their ability to learn from data and improve over time. They continue to be a critical area of research and application in AI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
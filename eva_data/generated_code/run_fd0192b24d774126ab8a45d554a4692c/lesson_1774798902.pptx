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Multilayer Perceptron (MLP)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An Introduction to 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is a Multilayer Perceptron?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Multilayer Perceptron (MLP) is a class of feedforward artificial neural network. It consists of at least three layers of nodes: an input layer, a hidden layer, and an output layer. MLPs are used to approximate complex functions and are a foundational model in deep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Structure of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MLPs have an input layer, one or more hidden layers, and an output layer. Each node in one layer connects with a certain weight to every node in the next layer.</a:t>
            </a:r>
          </a:p>
        </p:txBody>
      </p:sp>
      <p:pic>
        <p:nvPicPr>
          <p:cNvPr id="4" name="Picture 3" descr="formu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Activation functions introduce non-linear properties to the network. Commonly used activation functions include Sigmoid, ReLU, and Tanh. These functions help the network learn complex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Training an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Training an MLP involves adjusting the weights based on the error of the output compared to the expected result. This is often done using a method called backpropagation.</a:t>
            </a:r>
          </a:p>
        </p:txBody>
      </p:sp>
      <p:pic>
        <p:nvPicPr>
          <p:cNvPr id="4" name="Picture 3" descr="co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Applications of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MLPs are used in various applications such as image and speech recognition, and natural language processing. Their ability to model complex relationships makes them suitable for these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Evaluating the performance of an MLP involves checking accuracy, precision, and recall metrics. These metrics help understand how well the model is performing on unseen data.</a:t>
            </a:r>
          </a:p>
        </p:txBody>
      </p:sp>
      <p:pic>
        <p:nvPicPr>
          <p:cNvPr id="4" name="Picture 3" descr="char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MLPs are a fundamental building block in neural networks and deep learning. Understanding their structure, training, and applications can significantly enhance machine learning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
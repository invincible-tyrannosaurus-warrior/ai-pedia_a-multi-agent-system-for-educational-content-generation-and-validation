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  <p:sldId id="264" r:id="rId18"/>
    <p:sldId id="265" r:id="rId1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Regression is a statistical method used to understand relationships between variables.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**Key Question**: How does one variable change when another one does? 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Example: Predicting a person's weight based on their height.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Line: y = mx +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**m**: Slope of the line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**b**: Intercept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This equation represents the simplest linear relationship.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the Best-Fit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The best-fit line minimizes the difference between observed and predicted values.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**Intuition**: Think of it as a balancing act - all points should ideally balance around this 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Loss: Mean Squared Error (MSE)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MSE is a measure of the average squared differences between predicted and actual values.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**Equation**: MSE = (1/n) * Σ(actual - predicted)^2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with 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An optimization technique to minimize errors.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Iteratively updates parameters m and b to find the best-fit line.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the Model: R² and MAE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**R² (Co-efficient of determination)**: Measures proportion of variance.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**MAE (Mean Absolute Error)**: Average of absolute differences.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of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**Linearity**: The relationship between X and Y is linear.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**Independence**: Observations are independent.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**Homoscedasticity**: Constant variance of errors.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**Normal Errors**: Errors are normally distributed.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&amp; Underfitting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**Overfitting**: Model captures noise instead of pattern.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**Underfitting**: Model is too simple to capture the pattern.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Simple Example Using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Load dataset.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Fit linear regression model.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Plot the results.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
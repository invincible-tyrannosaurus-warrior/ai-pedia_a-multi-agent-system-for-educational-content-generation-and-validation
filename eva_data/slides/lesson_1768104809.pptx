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Convolutional Neural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and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CNNs excel in tasks like object recognition and semantic segmentation.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Used for image classification, medical imaging, and even playing board games!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**Speaker Notes:**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CNNs have revolutionized fields by automating feature extraction using convolutional layers. They're pivotal in applications where spatial hierarchies matter.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Intuition: Convolution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Think of convolution as a sliding window that extracts features.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Multiplies the original pixel values by a filter's pixels and adds them up.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**Speaker Notes:**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Imagine viewing an image through a small window, catching specific patterns or features while shifting across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Kernels and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**Kernels** are small, square matrices (e.g., 3x3).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They detect edges, shapes, textures.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**Speaker Notes:**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A kernel highlights specific features as it moves over input data, determining what is recognized as significant.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Stride and Padding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**Stride:** How much the filter moves over the input.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**Padding:** Adds border around input to control output size.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**Speaker Notes:**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Adjusting stride can skip over parts or scan slowly for detail. Padding helps preserve borders and avoids size reduction.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Pooling and Feature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**Pooling** reduces dimensionality and helps avoid overfitting (e.g., Max Pooling).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**Feature Maps** are the output of convolution layers and act as inputs for the next layer.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**Speaker Notes:**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Pooling layers generalize features into critical signals, simplifying data and diminishing noise.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Overview and Prevention of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**Loss &amp; Optimizer:** Guides learning.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**Regularization:** Dropout reduces overfitting.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**Data Augmentation:** Increases dataset variance.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**Speaker Notes:**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Properly tuning these aspects ensures robust model performance across unseen data without memorization.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CNNs automate feature extraction through layer stacking, kernel operations, and pool sub-sampling. They excel in handling unstructured data like images and are trained using strategies to prevent overfitting.</a:t>
            </a:r>
          </a:p>
          <a:p>
            <a:pPr>
              <a:defRPr>
                <a:solidFill>
                  <a:srgbClr val="000000"/>
                </a:solidFill>
              </a:defRPr>
            </a:pPr>
          </a:p>
          <a:p>
            <a:pPr>
              <a:defRPr>
                <a:solidFill>
                  <a:srgbClr val="000000"/>
                </a:solidFill>
              </a:defRPr>
            </a:pPr>
            <a:r>
              <a:t>**Speaker Notes:**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Understanding the basic operations and components of CNNs provides a foundation for exploring complex deep learning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
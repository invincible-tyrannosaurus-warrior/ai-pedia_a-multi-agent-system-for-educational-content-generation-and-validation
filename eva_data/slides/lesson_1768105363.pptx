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and Use Cases for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Why are CNNs crucial in the field of AI?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CNNs excel at image processing tasks.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They are pivotal in computer vision applications such as object detection, facial recognition, and self-driving cars.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Use cases extend to video analysis, healthcare,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Convolutional Operations: A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Convolutions help extract spatial features from images.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Imagine sliding a small window over an image and calculating dot products to uncover features.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Kernels (Filters) and Strides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Kernels capture specific features like edges.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Strides determine the movement of the kernel across the image.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Maps, Pooling, and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What follows convolution?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Feature maps show extracted features.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Pooling reduces spatial dimensions (max pooling as a common example).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Activation functions like ReLU introduce non-linearity.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CNN Architecture &amp; Training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Typical blocks: Convolutional layers, pooling layers, and fully connected layers.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Training involves loss calculation and optimization (e.g., using SGD or Adam).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Tackling Overfitting: Regularization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Overfitting can plague model accuracy on unseen data.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Regularization methods: Dropout layers and data augmentation are essential to mitigate this.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Walkthrough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Let's explore a simple CNN code snippet.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Summing up: CNNs are fundamental in processing visual data, leveraging layers to extract intricate features.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
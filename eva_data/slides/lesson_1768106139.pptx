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Convolutional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Understand the intuition behind convolution operations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Define kernels and filters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Explore feature maps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Explain padding and stride in CNNs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Understand pooling layers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Identify common activation functions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Learn about typical CNN architectures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Overview of CNN training processes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Identify overfitting and regularization approaches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Code walkthrough of CNN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Intuition for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"Think of convolution as a way for the computer to see: scanning over an image to recognize patterns."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Kernels and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Kernels, also known as filters, are key in feature detection: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Smaller matrices that slide over the image to produce feature maps.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Padding and Stride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Padding: Prevents shrinking output size.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Stride: Determines how much to move the filter over the input.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 and 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Pooling reduces dimensionality and controls overfitting.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Common functions: ReLU, Sigmoid, Tanh.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CNN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LeNet-5: Early architecture for digit classification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AlexNet: Deep CNN that won ImageNet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VGGNet: Known for its simplicity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ResNet: Introduced residual connections for very deep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Overview &amp; Code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Loss functions: Cross-entropy, MSE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Optimizers: SGD, Adam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Regularization: Dropout, Batch normalization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```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# CNN code snippet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model = Sequential([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Conv2D(filters=32, kernel_size=(3,3), activation='relu', input_shape=(64, 64, 3)),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MaxPooling2D(pool_size=(2, 2)),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Flatten(),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Dense(128, activation='relu'),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Dense(num_classes, activation='softmax')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])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model.compile(optimizer='adam', loss='categorical_crossentropy', metrics=['accuracy'])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```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Explanation: Building a CNN with Keras to classify images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
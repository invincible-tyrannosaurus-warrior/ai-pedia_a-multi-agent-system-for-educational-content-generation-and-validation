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Question: How can we predict the price of a pizza based on its size?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Linear Regression helps model the relationship between a dependent variable (e.g., price) and an independent variable (e.g., size).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Example scenario: Predicting pizza prices through simple linear regression using Scikit-Learn.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Hypothesis/Model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Linear Regression Hypothesis: h(x) = θ0 + θ1x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Here, h(x) is the predicted value, θ0 is the intercept, and θ1 is the slope or weight that connects x and h(x).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Aim: Find the best fitting line represented by optimal θ0 and θ1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Function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Quote: "The cost function quantifies the error between predicted values and actual data points."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Definition: Mean Squared Error (MSE) is the most commonly used cost function in linear regression.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Purpose: Minimize MSE to improve our model's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Fitting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Two main approaches: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1. Gradient Descent: Iteratively updates parameters to minimize the cost function.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2. Normal Equation: Solves for parameters analytically using 'theta = (X^T X)^-1 X^T y'.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R-squared (R²): Proportion of variance explained by the model.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Mean Squared Error (MSE) and Root Mean Squared Error (RMSE): Measure how close fitted line is to the data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Questions to consider: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Is the relationship between variables linear?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Are errors Gaussian with constant variance (homoscedasticity)?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Limitations: Sensitive to outliers, relies heavily on assumptions.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and Train/Test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Overfitting: Model captures noise instead of the underlying relationship.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Mitigation: Divide dataset into train and test subsets to validate model's performance on unseen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Quote: "A model too complex may fit the training data too perfectly."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
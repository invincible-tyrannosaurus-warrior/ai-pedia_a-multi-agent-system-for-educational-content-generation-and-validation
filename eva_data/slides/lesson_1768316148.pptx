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&amp;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Linear regression is a fundamental statistical method used to model the relationship between a dependent variable and one or more independent variables using a linear equation. The goal is to find the best-fitting line through the data 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Equation: y = β0 + β1x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This equation represents a line where: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**y**: Dependent variable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**β0**: Intercept of the line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**β1**: Slope of the line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**x**: Independent variable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The slope (β1) expresses the change in y for a unit change in x.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Least Squares 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The Least Squares method is used to determine the line of best fit by minimizing the sum of the squares of the vertical distances of the points from the 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Linearity: Relationship between variables is linear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Independence: Observations are independent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Homoscedasticity: Equal variance of errors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Normal distribution of errors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Limitations: Sensitive to outliers, assumes linearity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Metrics: MSE and R²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**Mean Squared Error (MSE)**: An average of the squares of the errors. Lower is better.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**R²**: The proportion of the variation in the dependent variable that's predictable from the independent variable(s). Ranges from 0 to 1.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Example: Pizza Price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Imagine predicting pizza prices based on their diameter. Using actual data: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Fit a model: Price ~ Diameter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Verify model: Apply test data, interpret results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Predictive Model: Simple, interpretable example highlighting key concepts of linear regression.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Demo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Here's a Python snippet to showcase linear regression: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Import necessary libraries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Define data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Train the model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Output R² value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
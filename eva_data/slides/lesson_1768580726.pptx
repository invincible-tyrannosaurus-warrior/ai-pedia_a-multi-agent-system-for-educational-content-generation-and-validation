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Convolutional Neural Networks are specialized models for processing grid-like data, such as images.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Key Quote: "CNNs mimic the visual system with their layered structure."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Convolutions?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Convolutions detect patterns (e.g., edges) using a sliding window approach over pixels.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They help CNNs focus on important features regardless of image location.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Question: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How do convolutions improve image recognition?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Layers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**Convolutional Layer**: Extracts features from input images.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**ReLU Layer**: Introduces non-linearity.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**Pooling Layer**: Reduces dimensionality.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**Fully Connected Layer**: Drives final classification.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Consider this, how does pooling help in data reduction?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for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excel at classifying images into predefined categories.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Example Task: Classifying handwritten digits using the MNIST dataset.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CNN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Let's build a simple CNN using Keras: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```python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from keras.models import Sequential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from keras.layers import Conv2D, MaxPooling2D, Flatten, Dense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model = Sequential([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Conv2D(32, (3, 3), activation='relu', input_shape=(28, 28, 1)),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MaxPooling2D((2, 2)),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Flatten(),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Dense(10, activation='softmax')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])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model.compile(optimizer='adam', loss='categorical_crossentropy', metrics=['accuracy'])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```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Think about how simple structures combining can build a powerful model.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CNNs are powerful for image-related tasks.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They use convolutions for feature extraction, which enhances recognition.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Understanding and implementing CNNs lays the groundwork for advanced computer vision tasks.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Reflect: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How can CNNs be expanded for other uses like video recognition?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
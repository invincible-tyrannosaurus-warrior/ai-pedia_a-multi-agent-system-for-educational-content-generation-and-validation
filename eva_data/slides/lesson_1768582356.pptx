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  <p:sldId id="263" r:id="rId17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Linear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Linear Regression?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Linear regression is a statistical method to model and analyze the relationships between a dependent variable and one or more independent variables.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Linear Regression vs. Multiple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- **Simple Linear Regression:** Models relationship between one dependent and one independent variable.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**Multiple Linear Regression:** Models relationship between one dependent and multiple independent variables.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Simple Linear Regression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equation is expressed as: y = mx + c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`y` is the predicted dependent variable.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`m` is the slope of the line.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`x` is the independent variable.</a:t>
            </a:r>
          </a:p>
          <a:p>
            <a:pPr>
              <a:defRPr>
                <a:solidFill>
                  <a:srgbClr val="000000"/>
                </a:solidFill>
              </a:defRPr>
            </a:pPr>
            <a:r>
              <a:t>- `c` is the y-intercept.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Function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cost function used in linear regression is the Mean Squared Error (MSE), which measures the average squared difference between the actual and predicted values.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Fitting a Linear Regression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The goal is to find the best fit line, which is achieved by minimizing the cost function. This is done through methods like Gradient Descent.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Example: Predicting House Prices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By using features such as size and location, we can apply linear regression to predict house prices.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pic>
        <p:nvPicPr>
          <p:cNvPr id="5" name="Picture 4" descr="generated_co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pPr>
              <a:defRPr>
                <a:solidFill>
                  <a:srgbClr val="000000"/>
                </a:solidFill>
              </a:defRPr>
            </a:pPr>
            <a:r>
              <a:t>Linear regression is the foundation for more complex models. Explore topics like polynomial regression and logistic regression to further your understanding.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
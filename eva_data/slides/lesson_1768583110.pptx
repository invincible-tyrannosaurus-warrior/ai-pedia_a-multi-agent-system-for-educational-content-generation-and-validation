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47" d="100"/>
          <a:sy n="47" d="100"/>
        </p:scale>
        <p:origin x="98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Mastering Machine Learning with Scikit-Learn: Chapter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Scikit-Learn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Scikit-Learn is a powerful, user-friendly Python library for machine learning. It provides simple and efficient tools for data mining and analysis.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r>
              <a:t>Key Features: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Versatility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Simple and efficient tools for data mining and data analysis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Built on NumPy, SciPy, and matplotlib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What is data preprocessing?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Data preprocessing is a technique used to convert raw data into a clean data set. It is crucial in machine learning.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r>
              <a:t>Why is it important?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Enhances feature quality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Improves model effectiveness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Standardization vs.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Standardization: Scales the data to have a mean of 0 and a standard deviation of 1.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r>
              <a:t>Normalization: Scales data to a range of [0, 1] or [-1, 1].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r>
              <a:t>When to use?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Standardization is preferred when the distribution is Gaussian.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Normalization is used when data does not assume any distribution.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Strategies to handle missing data: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1. Removal: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- Remove rows or columns with missing values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2. Imputation: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- Fill missing values using specific strategies (mean, median, mode)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3. Use prediction algorithms to estimate missing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Categorical Data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Why encode categorical data?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Machine learning algorithms require numerical input</a:t>
            </a:r>
          </a:p>
          <a:p>
            <a:pPr>
              <a:defRPr>
                <a:solidFill>
                  <a:srgbClr val="000000"/>
                </a:solidFill>
              </a:defRPr>
            </a:pPr>
            <a:endParaRPr/>
          </a:p>
          <a:p>
            <a:pPr>
              <a:defRPr>
                <a:solidFill>
                  <a:srgbClr val="000000"/>
                </a:solidFill>
              </a:defRPr>
            </a:pPr>
            <a:r>
              <a:t>Types of encoding: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1. Label Encoding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2. One-Hot Encoding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generated_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1. Ensure data quality before model training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2. Choose appropriate preprocessing techniques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3. Regularly test with validation data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4. Stay updated with Scikit-Learn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278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Lucida Grande</vt:lpstr>
      <vt:lpstr>Arial</vt:lpstr>
      <vt:lpstr>Calibri</vt:lpstr>
      <vt:lpstr>Office Theme</vt:lpstr>
      <vt:lpstr>Mastering Machine Learning with Scikit-Learn: Chapter 3</vt:lpstr>
      <vt:lpstr>Introduction to Scikit-Learn</vt:lpstr>
      <vt:lpstr>Understanding Data Preprocessing</vt:lpstr>
      <vt:lpstr>Standardization vs. Normalization</vt:lpstr>
      <vt:lpstr>Handling Missing Data</vt:lpstr>
      <vt:lpstr>Categorical Data Encoding</vt:lpstr>
      <vt:lpstr>Conclusion &amp;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2026-01-16T17:12:43Z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